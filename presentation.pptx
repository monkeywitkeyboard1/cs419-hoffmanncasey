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Newsreader"/>
      <p:regular r:id="rId12"/>
      <p:bold r:id="rId13"/>
      <p:italic r:id="rId14"/>
      <p:boldItalic r:id="rId15"/>
    </p:embeddedFont>
    <p:embeddedFont>
      <p:font typeface="Newsreader Light"/>
      <p:regular r:id="rId16"/>
      <p:bold r:id="rId17"/>
      <p:italic r:id="rId18"/>
      <p:boldItalic r:id="rId19"/>
    </p:embeddedFont>
    <p:embeddedFont>
      <p:font typeface="DM Sans Light"/>
      <p:regular r:id="rId20"/>
      <p:bold r:id="rId21"/>
      <p:italic r:id="rId22"/>
      <p:boldItalic r:id="rId23"/>
    </p:embeddedFont>
    <p:embeddedFont>
      <p:font typeface="DM Sans SemiBold"/>
      <p:regular r:id="rId24"/>
      <p:bold r:id="rId25"/>
      <p:italic r:id="rId26"/>
      <p:boldItalic r:id="rId27"/>
    </p:embeddedFont>
    <p:embeddedFont>
      <p:font typeface="DM Sans"/>
      <p:regular r:id="rId28"/>
      <p:bold r:id="rId29"/>
      <p:italic r:id="rId30"/>
      <p:boldItalic r:id="rId31"/>
    </p:embeddedFont>
    <p:embeddedFont>
      <p:font typeface="Newsreader SemiBold"/>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MSans-boldItalic.fntdata"/><Relationship Id="rId30" Type="http://schemas.openxmlformats.org/officeDocument/2006/relationships/font" Target="fonts/DMSans-italic.fntdata"/><Relationship Id="rId33" Type="http://schemas.openxmlformats.org/officeDocument/2006/relationships/font" Target="fonts/NewsreaderSemiBold-bold.fntdata"/><Relationship Id="rId32" Type="http://schemas.openxmlformats.org/officeDocument/2006/relationships/font" Target="fonts/NewsreaderSemiBold-regular.fntdata"/><Relationship Id="rId35" Type="http://schemas.openxmlformats.org/officeDocument/2006/relationships/font" Target="fonts/NewsreaderSemiBold-boldItalic.fntdata"/><Relationship Id="rId34" Type="http://schemas.openxmlformats.org/officeDocument/2006/relationships/font" Target="fonts/NewsreaderSemiBold-italic.fntdata"/><Relationship Id="rId20" Type="http://schemas.openxmlformats.org/officeDocument/2006/relationships/font" Target="fonts/DMSansLight-regular.fntdata"/><Relationship Id="rId22" Type="http://schemas.openxmlformats.org/officeDocument/2006/relationships/font" Target="fonts/DMSansLight-italic.fntdata"/><Relationship Id="rId21" Type="http://schemas.openxmlformats.org/officeDocument/2006/relationships/font" Target="fonts/DMSansLight-bold.fntdata"/><Relationship Id="rId24" Type="http://schemas.openxmlformats.org/officeDocument/2006/relationships/font" Target="fonts/DMSansSemiBold-regular.fntdata"/><Relationship Id="rId23" Type="http://schemas.openxmlformats.org/officeDocument/2006/relationships/font" Target="fonts/DMSansLight-boldItalic.fntdata"/><Relationship Id="rId26" Type="http://schemas.openxmlformats.org/officeDocument/2006/relationships/font" Target="fonts/DMSansSemiBold-italic.fntdata"/><Relationship Id="rId25" Type="http://schemas.openxmlformats.org/officeDocument/2006/relationships/font" Target="fonts/DMSansSemiBold-bold.fntdata"/><Relationship Id="rId28" Type="http://schemas.openxmlformats.org/officeDocument/2006/relationships/font" Target="fonts/DMSans-regular.fntdata"/><Relationship Id="rId27" Type="http://schemas.openxmlformats.org/officeDocument/2006/relationships/font" Target="fonts/DMSansSemiBold-boldItalic.fntdata"/><Relationship Id="rId29" Type="http://schemas.openxmlformats.org/officeDocument/2006/relationships/font" Target="fonts/DMSans-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Newsreader-bold.fntdata"/><Relationship Id="rId12" Type="http://schemas.openxmlformats.org/officeDocument/2006/relationships/font" Target="fonts/Newsreader-regular.fntdata"/><Relationship Id="rId15" Type="http://schemas.openxmlformats.org/officeDocument/2006/relationships/font" Target="fonts/Newsreader-boldItalic.fntdata"/><Relationship Id="rId14" Type="http://schemas.openxmlformats.org/officeDocument/2006/relationships/font" Target="fonts/Newsreader-italic.fntdata"/><Relationship Id="rId17" Type="http://schemas.openxmlformats.org/officeDocument/2006/relationships/font" Target="fonts/NewsreaderLight-bold.fntdata"/><Relationship Id="rId16" Type="http://schemas.openxmlformats.org/officeDocument/2006/relationships/font" Target="fonts/NewsreaderLight-regular.fntdata"/><Relationship Id="rId19" Type="http://schemas.openxmlformats.org/officeDocument/2006/relationships/font" Target="fonts/NewsreaderLight-boldItalic.fntdata"/><Relationship Id="rId18" Type="http://schemas.openxmlformats.org/officeDocument/2006/relationships/font" Target="fonts/NewsreaderLight-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977f932f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977f932f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977f932f05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977f932f05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977f932f05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977f932f05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977f932f05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977f932f05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977f932f05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977f932f05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977f932f05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977f932f05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9" name="Shape 9"/>
        <p:cNvGrpSpPr/>
        <p:nvPr/>
      </p:nvGrpSpPr>
      <p:grpSpPr>
        <a:xfrm>
          <a:off x="0" y="0"/>
          <a:ext cx="0" cy="0"/>
          <a:chOff x="0" y="0"/>
          <a:chExt cx="0" cy="0"/>
        </a:xfrm>
      </p:grpSpPr>
      <p:sp>
        <p:nvSpPr>
          <p:cNvPr id="10" name="Google Shape;10;p2"/>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11" name="Google Shape;11;p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13" name="Shape 13"/>
        <p:cNvGrpSpPr/>
        <p:nvPr/>
      </p:nvGrpSpPr>
      <p:grpSpPr>
        <a:xfrm>
          <a:off x="0" y="0"/>
          <a:ext cx="0" cy="0"/>
          <a:chOff x="0" y="0"/>
          <a:chExt cx="0" cy="0"/>
        </a:xfrm>
      </p:grpSpPr>
      <p:sp>
        <p:nvSpPr>
          <p:cNvPr id="14" name="Google Shape;14;p3"/>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15" name="Google Shape;15;p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17" name="Google Shape;17;p3"/>
          <p:cNvSpPr txBox="1"/>
          <p:nvPr>
            <p:ph idx="2" type="subTitle"/>
          </p:nvPr>
        </p:nvSpPr>
        <p:spPr>
          <a:xfrm>
            <a:off x="362125"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3" type="subTitle"/>
          </p:nvPr>
        </p:nvSpPr>
        <p:spPr>
          <a:xfrm>
            <a:off x="3154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4" type="subTitle"/>
          </p:nvPr>
        </p:nvSpPr>
        <p:spPr>
          <a:xfrm>
            <a:off x="6216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5" type="subTitle"/>
          </p:nvPr>
        </p:nvSpPr>
        <p:spPr>
          <a:xfrm>
            <a:off x="362125" y="2206700"/>
            <a:ext cx="2575800" cy="12483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21" name="Shape 21"/>
        <p:cNvGrpSpPr/>
        <p:nvPr/>
      </p:nvGrpSpPr>
      <p:grpSpPr>
        <a:xfrm>
          <a:off x="0" y="0"/>
          <a:ext cx="0" cy="0"/>
          <a:chOff x="0" y="0"/>
          <a:chExt cx="0" cy="0"/>
        </a:xfrm>
      </p:grpSpPr>
      <p:sp>
        <p:nvSpPr>
          <p:cNvPr id="22" name="Google Shape;22;p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4"/>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4" name="Google Shape;24;p4"/>
          <p:cNvSpPr txBox="1"/>
          <p:nvPr>
            <p:ph idx="1"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26" name="Shape 26"/>
        <p:cNvGrpSpPr/>
        <p:nvPr/>
      </p:nvGrpSpPr>
      <p:grpSpPr>
        <a:xfrm>
          <a:off x="0" y="0"/>
          <a:ext cx="0" cy="0"/>
          <a:chOff x="0" y="0"/>
          <a:chExt cx="0" cy="0"/>
        </a:xfrm>
      </p:grpSpPr>
      <p:sp>
        <p:nvSpPr>
          <p:cNvPr id="27" name="Google Shape;27;p5"/>
          <p:cNvSpPr txBox="1"/>
          <p:nvPr>
            <p:ph idx="1" type="subTitle"/>
          </p:nvPr>
        </p:nvSpPr>
        <p:spPr>
          <a:xfrm>
            <a:off x="3619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8" name="Google Shape;28;p5"/>
          <p:cNvSpPr txBox="1"/>
          <p:nvPr>
            <p:ph type="title"/>
          </p:nvPr>
        </p:nvSpPr>
        <p:spPr>
          <a:xfrm>
            <a:off x="361975" y="962100"/>
            <a:ext cx="4163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9" name="Google Shape;29;p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5"/>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1" name="Google Shape;31;p5"/>
          <p:cNvSpPr txBox="1"/>
          <p:nvPr>
            <p:ph idx="3" type="subTitle"/>
          </p:nvPr>
        </p:nvSpPr>
        <p:spPr>
          <a:xfrm>
            <a:off x="49096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2" name="Google Shape;32;p5"/>
          <p:cNvSpPr txBox="1"/>
          <p:nvPr>
            <p:ph idx="4" type="subTitle"/>
          </p:nvPr>
        </p:nvSpPr>
        <p:spPr>
          <a:xfrm>
            <a:off x="3619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3" name="Google Shape;33;p5"/>
          <p:cNvSpPr txBox="1"/>
          <p:nvPr>
            <p:ph idx="5" type="subTitle"/>
          </p:nvPr>
        </p:nvSpPr>
        <p:spPr>
          <a:xfrm>
            <a:off x="49096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4" name="Google Shape;34;p5"/>
          <p:cNvSpPr txBox="1"/>
          <p:nvPr>
            <p:ph idx="6" type="subTitle"/>
          </p:nvPr>
        </p:nvSpPr>
        <p:spPr>
          <a:xfrm>
            <a:off x="3619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5" name="Google Shape;35;p5"/>
          <p:cNvSpPr txBox="1"/>
          <p:nvPr>
            <p:ph idx="7" type="subTitle"/>
          </p:nvPr>
        </p:nvSpPr>
        <p:spPr>
          <a:xfrm>
            <a:off x="49096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36" name="Shape 36"/>
        <p:cNvGrpSpPr/>
        <p:nvPr/>
      </p:nvGrpSpPr>
      <p:grpSpPr>
        <a:xfrm>
          <a:off x="0" y="0"/>
          <a:ext cx="0" cy="0"/>
          <a:chOff x="0" y="0"/>
          <a:chExt cx="0" cy="0"/>
        </a:xfrm>
      </p:grpSpPr>
      <p:sp>
        <p:nvSpPr>
          <p:cNvPr id="37" name="Google Shape;37;p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38" name="Google Shape;38;p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40" name="Google Shape;40;p6"/>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41" name="Google Shape;41;p6"/>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42" name="Google Shape;42;p6"/>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43" name="Google Shape;43;p6"/>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44" name="Google Shape;44;p6"/>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45" name="Google Shape;45;p6"/>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46" name="Google Shape;46;p6"/>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47" name="Shape 47"/>
        <p:cNvGrpSpPr/>
        <p:nvPr/>
      </p:nvGrpSpPr>
      <p:grpSpPr>
        <a:xfrm>
          <a:off x="0" y="0"/>
          <a:ext cx="0" cy="0"/>
          <a:chOff x="0" y="0"/>
          <a:chExt cx="0" cy="0"/>
        </a:xfrm>
      </p:grpSpPr>
      <p:sp>
        <p:nvSpPr>
          <p:cNvPr id="48" name="Google Shape;48;p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7"/>
          <p:cNvSpPr txBox="1"/>
          <p:nvPr>
            <p:ph idx="2" type="body"/>
          </p:nvPr>
        </p:nvSpPr>
        <p:spPr>
          <a:xfrm>
            <a:off x="4845475" y="99868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50" name="Google Shape;50;p7"/>
          <p:cNvSpPr txBox="1"/>
          <p:nvPr>
            <p:ph idx="3" type="subTitle"/>
          </p:nvPr>
        </p:nvSpPr>
        <p:spPr>
          <a:xfrm>
            <a:off x="4845475" y="666041"/>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51" name="Google Shape;51;p7"/>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52" name="Google Shape;52;p7"/>
          <p:cNvSpPr txBox="1"/>
          <p:nvPr>
            <p:ph idx="4"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7"/>
          <p:cNvSpPr txBox="1"/>
          <p:nvPr>
            <p:ph idx="5" type="body"/>
          </p:nvPr>
        </p:nvSpPr>
        <p:spPr>
          <a:xfrm>
            <a:off x="4845475" y="392743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54" name="Google Shape;54;p7"/>
          <p:cNvSpPr txBox="1"/>
          <p:nvPr>
            <p:ph idx="6" type="subTitle"/>
          </p:nvPr>
        </p:nvSpPr>
        <p:spPr>
          <a:xfrm>
            <a:off x="4845475" y="3594791"/>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55" name="Google Shape;55;p7"/>
          <p:cNvSpPr txBox="1"/>
          <p:nvPr>
            <p:ph idx="7" type="body"/>
          </p:nvPr>
        </p:nvSpPr>
        <p:spPr>
          <a:xfrm>
            <a:off x="4845475" y="2431037"/>
            <a:ext cx="3382500" cy="5877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56" name="Google Shape;56;p7"/>
          <p:cNvSpPr txBox="1"/>
          <p:nvPr>
            <p:ph idx="8" type="subTitle"/>
          </p:nvPr>
        </p:nvSpPr>
        <p:spPr>
          <a:xfrm>
            <a:off x="4845475" y="2098390"/>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57" name="Google Shape;57;p7"/>
          <p:cNvSpPr txBox="1"/>
          <p:nvPr>
            <p:ph idx="9" type="body"/>
          </p:nvPr>
        </p:nvSpPr>
        <p:spPr>
          <a:xfrm>
            <a:off x="356100" y="3243900"/>
            <a:ext cx="2798700" cy="1334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58" name="Shape 58"/>
        <p:cNvGrpSpPr/>
        <p:nvPr/>
      </p:nvGrpSpPr>
      <p:grpSpPr>
        <a:xfrm>
          <a:off x="0" y="0"/>
          <a:ext cx="0" cy="0"/>
          <a:chOff x="0" y="0"/>
          <a:chExt cx="0" cy="0"/>
        </a:xfrm>
      </p:grpSpPr>
      <p:sp>
        <p:nvSpPr>
          <p:cNvPr id="59" name="Google Shape;59;p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1" name="Google Shape;61;p8"/>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62" name="Google Shape;62;p8"/>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3" name="Google Shape;63;p8"/>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64" name="Google Shape;64;p8"/>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65" name="Google Shape;65;p8"/>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66" name="Google Shape;66;p8"/>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7" name="Google Shape;67;p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68" name="Google Shape;68;p8"/>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69" name="Shape 69"/>
        <p:cNvGrpSpPr/>
        <p:nvPr/>
      </p:nvGrpSpPr>
      <p:grpSpPr>
        <a:xfrm>
          <a:off x="0" y="0"/>
          <a:ext cx="0" cy="0"/>
          <a:chOff x="0" y="0"/>
          <a:chExt cx="0" cy="0"/>
        </a:xfrm>
      </p:grpSpPr>
      <p:sp>
        <p:nvSpPr>
          <p:cNvPr id="70" name="Google Shape;70;p9"/>
          <p:cNvSpPr txBox="1"/>
          <p:nvPr>
            <p:ph idx="1" type="body"/>
          </p:nvPr>
        </p:nvSpPr>
        <p:spPr>
          <a:xfrm>
            <a:off x="2610420"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71" name="Google Shape;71;p9"/>
          <p:cNvSpPr txBox="1"/>
          <p:nvPr>
            <p:ph idx="2" type="subTitle"/>
          </p:nvPr>
        </p:nvSpPr>
        <p:spPr>
          <a:xfrm>
            <a:off x="2610418"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72" name="Google Shape;72;p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9"/>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4" name="Google Shape;74;p9"/>
          <p:cNvSpPr txBox="1"/>
          <p:nvPr>
            <p:ph idx="4" type="body"/>
          </p:nvPr>
        </p:nvSpPr>
        <p:spPr>
          <a:xfrm>
            <a:off x="4889772" y="2943375"/>
            <a:ext cx="1645800" cy="16080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75" name="Google Shape;75;p9"/>
          <p:cNvSpPr txBox="1"/>
          <p:nvPr>
            <p:ph idx="5" type="subTitle"/>
          </p:nvPr>
        </p:nvSpPr>
        <p:spPr>
          <a:xfrm>
            <a:off x="4889774"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76" name="Google Shape;76;p9"/>
          <p:cNvSpPr txBox="1"/>
          <p:nvPr>
            <p:ph idx="6" type="body"/>
          </p:nvPr>
        </p:nvSpPr>
        <p:spPr>
          <a:xfrm>
            <a:off x="713087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77" name="Google Shape;77;p9"/>
          <p:cNvSpPr txBox="1"/>
          <p:nvPr>
            <p:ph idx="7" type="subTitle"/>
          </p:nvPr>
        </p:nvSpPr>
        <p:spPr>
          <a:xfrm>
            <a:off x="7130874"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78" name="Google Shape;78;p9"/>
          <p:cNvSpPr txBox="1"/>
          <p:nvPr>
            <p:ph idx="8" type="body"/>
          </p:nvPr>
        </p:nvSpPr>
        <p:spPr>
          <a:xfrm>
            <a:off x="36052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79" name="Google Shape;79;p9"/>
          <p:cNvSpPr txBox="1"/>
          <p:nvPr>
            <p:ph idx="9" type="subTitle"/>
          </p:nvPr>
        </p:nvSpPr>
        <p:spPr>
          <a:xfrm>
            <a:off x="360533"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80" name="Google Shape;80;p9"/>
          <p:cNvSpPr txBox="1"/>
          <p:nvPr>
            <p:ph idx="1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81" name="Google Shape;81;p9"/>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solidFill>
                  <a:schemeClr val="dk1"/>
                </a:solidFill>
              </a:defRPr>
            </a:lvl1pPr>
            <a:lvl2pPr lvl="1" algn="ctr">
              <a:spcBef>
                <a:spcPts val="0"/>
              </a:spcBef>
              <a:spcAft>
                <a:spcPts val="0"/>
              </a:spcAft>
              <a:buNone/>
              <a:defRPr sz="2200">
                <a:solidFill>
                  <a:schemeClr val="dk1"/>
                </a:solidFill>
              </a:defRPr>
            </a:lvl2pPr>
            <a:lvl3pPr lvl="2" algn="ctr">
              <a:spcBef>
                <a:spcPts val="0"/>
              </a:spcBef>
              <a:spcAft>
                <a:spcPts val="0"/>
              </a:spcAft>
              <a:buNone/>
              <a:defRPr sz="2200">
                <a:solidFill>
                  <a:schemeClr val="dk1"/>
                </a:solidFill>
              </a:defRPr>
            </a:lvl3pPr>
            <a:lvl4pPr lvl="3" algn="ctr">
              <a:spcBef>
                <a:spcPts val="0"/>
              </a:spcBef>
              <a:spcAft>
                <a:spcPts val="0"/>
              </a:spcAft>
              <a:buNone/>
              <a:defRPr sz="2200">
                <a:solidFill>
                  <a:schemeClr val="dk1"/>
                </a:solidFill>
              </a:defRPr>
            </a:lvl4pPr>
            <a:lvl5pPr lvl="4" algn="ctr">
              <a:spcBef>
                <a:spcPts val="0"/>
              </a:spcBef>
              <a:spcAft>
                <a:spcPts val="0"/>
              </a:spcAft>
              <a:buNone/>
              <a:defRPr sz="2200">
                <a:solidFill>
                  <a:schemeClr val="dk1"/>
                </a:solidFill>
              </a:defRPr>
            </a:lvl5pPr>
            <a:lvl6pPr lvl="5" algn="ctr">
              <a:spcBef>
                <a:spcPts val="0"/>
              </a:spcBef>
              <a:spcAft>
                <a:spcPts val="0"/>
              </a:spcAft>
              <a:buNone/>
              <a:defRPr sz="2200">
                <a:solidFill>
                  <a:schemeClr val="dk1"/>
                </a:solidFill>
              </a:defRPr>
            </a:lvl6pPr>
            <a:lvl7pPr lvl="6" algn="ctr">
              <a:spcBef>
                <a:spcPts val="0"/>
              </a:spcBef>
              <a:spcAft>
                <a:spcPts val="0"/>
              </a:spcAft>
              <a:buNone/>
              <a:defRPr sz="2200">
                <a:solidFill>
                  <a:schemeClr val="dk1"/>
                </a:solidFill>
              </a:defRPr>
            </a:lvl7pPr>
            <a:lvl8pPr lvl="7" algn="ctr">
              <a:spcBef>
                <a:spcPts val="0"/>
              </a:spcBef>
              <a:spcAft>
                <a:spcPts val="0"/>
              </a:spcAft>
              <a:buNone/>
              <a:defRPr sz="2200">
                <a:solidFill>
                  <a:schemeClr val="dk1"/>
                </a:solidFill>
              </a:defRPr>
            </a:lvl8pPr>
            <a:lvl9pPr lvl="8" algn="ctr">
              <a:spcBef>
                <a:spcPts val="0"/>
              </a:spcBef>
              <a:spcAft>
                <a:spcPts val="0"/>
              </a:spcAft>
              <a:buNone/>
              <a:defRPr sz="2200">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82" name="Shape 82"/>
        <p:cNvGrpSpPr/>
        <p:nvPr/>
      </p:nvGrpSpPr>
      <p:grpSpPr>
        <a:xfrm>
          <a:off x="0" y="0"/>
          <a:ext cx="0" cy="0"/>
          <a:chOff x="0" y="0"/>
          <a:chExt cx="0" cy="0"/>
        </a:xfrm>
      </p:grpSpPr>
      <p:sp>
        <p:nvSpPr>
          <p:cNvPr id="83" name="Google Shape;83;p1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84" name="Google Shape;84;p1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0"/>
          <p:cNvSpPr txBox="1"/>
          <p:nvPr>
            <p:ph idx="2" type="body"/>
          </p:nvPr>
        </p:nvSpPr>
        <p:spPr>
          <a:xfrm>
            <a:off x="361975" y="3231275"/>
            <a:ext cx="1457400" cy="10776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86" name="Google Shape;86;p10"/>
          <p:cNvSpPr txBox="1"/>
          <p:nvPr>
            <p:ph idx="3" type="subTitle"/>
          </p:nvPr>
        </p:nvSpPr>
        <p:spPr>
          <a:xfrm>
            <a:off x="3619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87" name="Google Shape;87;p10"/>
          <p:cNvSpPr txBox="1"/>
          <p:nvPr>
            <p:ph idx="4"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88" name="Google Shape;88;p10"/>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lvl1pPr>
            <a:lvl2pPr lvl="1" algn="ctr">
              <a:spcBef>
                <a:spcPts val="0"/>
              </a:spcBef>
              <a:spcAft>
                <a:spcPts val="0"/>
              </a:spcAft>
              <a:buNone/>
              <a:defRPr sz="2200"/>
            </a:lvl2pPr>
            <a:lvl3pPr lvl="2" algn="ctr">
              <a:spcBef>
                <a:spcPts val="0"/>
              </a:spcBef>
              <a:spcAft>
                <a:spcPts val="0"/>
              </a:spcAft>
              <a:buNone/>
              <a:defRPr sz="2200"/>
            </a:lvl3pPr>
            <a:lvl4pPr lvl="3" algn="ctr">
              <a:spcBef>
                <a:spcPts val="0"/>
              </a:spcBef>
              <a:spcAft>
                <a:spcPts val="0"/>
              </a:spcAft>
              <a:buNone/>
              <a:defRPr sz="2200"/>
            </a:lvl4pPr>
            <a:lvl5pPr lvl="4" algn="ctr">
              <a:spcBef>
                <a:spcPts val="0"/>
              </a:spcBef>
              <a:spcAft>
                <a:spcPts val="0"/>
              </a:spcAft>
              <a:buNone/>
              <a:defRPr sz="2200"/>
            </a:lvl5pPr>
            <a:lvl6pPr lvl="5" algn="ctr">
              <a:spcBef>
                <a:spcPts val="0"/>
              </a:spcBef>
              <a:spcAft>
                <a:spcPts val="0"/>
              </a:spcAft>
              <a:buNone/>
              <a:defRPr sz="2200"/>
            </a:lvl6pPr>
            <a:lvl7pPr lvl="6" algn="ctr">
              <a:spcBef>
                <a:spcPts val="0"/>
              </a:spcBef>
              <a:spcAft>
                <a:spcPts val="0"/>
              </a:spcAft>
              <a:buNone/>
              <a:defRPr sz="2200"/>
            </a:lvl7pPr>
            <a:lvl8pPr lvl="7" algn="ctr">
              <a:spcBef>
                <a:spcPts val="0"/>
              </a:spcBef>
              <a:spcAft>
                <a:spcPts val="0"/>
              </a:spcAft>
              <a:buNone/>
              <a:defRPr sz="2200"/>
            </a:lvl8pPr>
            <a:lvl9pPr lvl="8" algn="ctr">
              <a:spcBef>
                <a:spcPts val="0"/>
              </a:spcBef>
              <a:spcAft>
                <a:spcPts val="0"/>
              </a:spcAft>
              <a:buNone/>
              <a:defRPr sz="2200"/>
            </a:lvl9pPr>
          </a:lstStyle>
          <a:p/>
        </p:txBody>
      </p:sp>
      <p:sp>
        <p:nvSpPr>
          <p:cNvPr id="89" name="Google Shape;89;p10"/>
          <p:cNvSpPr txBox="1"/>
          <p:nvPr>
            <p:ph idx="5" type="subTitle"/>
          </p:nvPr>
        </p:nvSpPr>
        <p:spPr>
          <a:xfrm>
            <a:off x="73192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0" name="Google Shape;90;p10"/>
          <p:cNvSpPr txBox="1"/>
          <p:nvPr>
            <p:ph idx="6" type="body"/>
          </p:nvPr>
        </p:nvSpPr>
        <p:spPr>
          <a:xfrm>
            <a:off x="210130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1" name="Google Shape;91;p10"/>
          <p:cNvSpPr txBox="1"/>
          <p:nvPr>
            <p:ph idx="7" type="body"/>
          </p:nvPr>
        </p:nvSpPr>
        <p:spPr>
          <a:xfrm>
            <a:off x="384062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2" name="Google Shape;92;p10"/>
          <p:cNvSpPr txBox="1"/>
          <p:nvPr>
            <p:ph idx="8" type="body"/>
          </p:nvPr>
        </p:nvSpPr>
        <p:spPr>
          <a:xfrm>
            <a:off x="557995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3" name="Google Shape;93;p10"/>
          <p:cNvSpPr txBox="1"/>
          <p:nvPr>
            <p:ph idx="9" type="subTitle"/>
          </p:nvPr>
        </p:nvSpPr>
        <p:spPr>
          <a:xfrm>
            <a:off x="210130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4" name="Google Shape;94;p10"/>
          <p:cNvSpPr txBox="1"/>
          <p:nvPr>
            <p:ph idx="13" type="subTitle"/>
          </p:nvPr>
        </p:nvSpPr>
        <p:spPr>
          <a:xfrm>
            <a:off x="384062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5" name="Google Shape;95;p10"/>
          <p:cNvSpPr txBox="1"/>
          <p:nvPr>
            <p:ph idx="14" type="subTitle"/>
          </p:nvPr>
        </p:nvSpPr>
        <p:spPr>
          <a:xfrm>
            <a:off x="557995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6" name="Google Shape;96;p10"/>
          <p:cNvSpPr txBox="1"/>
          <p:nvPr>
            <p:ph idx="15" type="body"/>
          </p:nvPr>
        </p:nvSpPr>
        <p:spPr>
          <a:xfrm>
            <a:off x="731927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97" name="Shape 97"/>
        <p:cNvGrpSpPr/>
        <p:nvPr/>
      </p:nvGrpSpPr>
      <p:grpSpPr>
        <a:xfrm>
          <a:off x="0" y="0"/>
          <a:ext cx="0" cy="0"/>
          <a:chOff x="0" y="0"/>
          <a:chExt cx="0" cy="0"/>
        </a:xfrm>
      </p:grpSpPr>
      <p:sp>
        <p:nvSpPr>
          <p:cNvPr id="98" name="Google Shape;98;p1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1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0" name="Google Shape;100;p11"/>
          <p:cNvSpPr txBox="1"/>
          <p:nvPr>
            <p:ph idx="2" type="body"/>
          </p:nvPr>
        </p:nvSpPr>
        <p:spPr>
          <a:xfrm>
            <a:off x="71308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1" name="Google Shape;101;p11"/>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2" name="Google Shape;102;p11"/>
          <p:cNvSpPr txBox="1"/>
          <p:nvPr>
            <p:ph idx="4" type="subTitle"/>
          </p:nvPr>
        </p:nvSpPr>
        <p:spPr>
          <a:xfrm>
            <a:off x="71308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3" name="Google Shape;103;p11"/>
          <p:cNvSpPr txBox="1"/>
          <p:nvPr>
            <p:ph idx="5" type="body"/>
          </p:nvPr>
        </p:nvSpPr>
        <p:spPr>
          <a:xfrm>
            <a:off x="4892138"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4" name="Google Shape;104;p11"/>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5" name="Google Shape;105;p11"/>
          <p:cNvSpPr txBox="1"/>
          <p:nvPr>
            <p:ph idx="7" type="subTitle"/>
          </p:nvPr>
        </p:nvSpPr>
        <p:spPr>
          <a:xfrm>
            <a:off x="4892138"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6" name="Google Shape;106;p11"/>
          <p:cNvSpPr txBox="1"/>
          <p:nvPr>
            <p:ph idx="8" type="body"/>
          </p:nvPr>
        </p:nvSpPr>
        <p:spPr>
          <a:xfrm>
            <a:off x="2607050" y="3628800"/>
            <a:ext cx="1645800" cy="6801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7" name="Google Shape;107;p11"/>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8" name="Google Shape;108;p11"/>
          <p:cNvSpPr txBox="1"/>
          <p:nvPr>
            <p:ph idx="13" type="subTitle"/>
          </p:nvPr>
        </p:nvSpPr>
        <p:spPr>
          <a:xfrm>
            <a:off x="2607050"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9" name="Google Shape;109;p11"/>
          <p:cNvSpPr txBox="1"/>
          <p:nvPr>
            <p:ph idx="14" type="body"/>
          </p:nvPr>
        </p:nvSpPr>
        <p:spPr>
          <a:xfrm>
            <a:off x="3619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10" name="Google Shape;110;p11"/>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11" name="Google Shape;111;p11"/>
          <p:cNvSpPr txBox="1"/>
          <p:nvPr>
            <p:ph idx="16" type="subTitle"/>
          </p:nvPr>
        </p:nvSpPr>
        <p:spPr>
          <a:xfrm>
            <a:off x="3619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12" name="Google Shape;112;p11"/>
          <p:cNvSpPr txBox="1"/>
          <p:nvPr>
            <p:ph idx="17"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13" name="Google Shape;113;p11"/>
          <p:cNvSpPr txBox="1"/>
          <p:nvPr>
            <p:ph type="title"/>
          </p:nvPr>
        </p:nvSpPr>
        <p:spPr>
          <a:xfrm>
            <a:off x="1406600" y="988557"/>
            <a:ext cx="6330900" cy="5877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2200">
                <a:solidFill>
                  <a:schemeClr val="dk1"/>
                </a:solidFill>
              </a:defRPr>
            </a:lvl1pPr>
            <a:lvl2pPr lvl="1" algn="ctr">
              <a:lnSpc>
                <a:spcPct val="90000"/>
              </a:lnSpc>
              <a:spcBef>
                <a:spcPts val="0"/>
              </a:spcBef>
              <a:spcAft>
                <a:spcPts val="0"/>
              </a:spcAft>
              <a:buNone/>
              <a:defRPr sz="2200">
                <a:solidFill>
                  <a:schemeClr val="dk1"/>
                </a:solidFill>
              </a:defRPr>
            </a:lvl2pPr>
            <a:lvl3pPr lvl="2" algn="ctr">
              <a:lnSpc>
                <a:spcPct val="90000"/>
              </a:lnSpc>
              <a:spcBef>
                <a:spcPts val="0"/>
              </a:spcBef>
              <a:spcAft>
                <a:spcPts val="0"/>
              </a:spcAft>
              <a:buNone/>
              <a:defRPr sz="2200">
                <a:solidFill>
                  <a:schemeClr val="dk1"/>
                </a:solidFill>
              </a:defRPr>
            </a:lvl3pPr>
            <a:lvl4pPr lvl="3" algn="ctr">
              <a:lnSpc>
                <a:spcPct val="90000"/>
              </a:lnSpc>
              <a:spcBef>
                <a:spcPts val="0"/>
              </a:spcBef>
              <a:spcAft>
                <a:spcPts val="0"/>
              </a:spcAft>
              <a:buNone/>
              <a:defRPr sz="2200">
                <a:solidFill>
                  <a:schemeClr val="dk1"/>
                </a:solidFill>
              </a:defRPr>
            </a:lvl4pPr>
            <a:lvl5pPr lvl="4" algn="ctr">
              <a:lnSpc>
                <a:spcPct val="90000"/>
              </a:lnSpc>
              <a:spcBef>
                <a:spcPts val="0"/>
              </a:spcBef>
              <a:spcAft>
                <a:spcPts val="0"/>
              </a:spcAft>
              <a:buNone/>
              <a:defRPr sz="2200">
                <a:solidFill>
                  <a:schemeClr val="dk1"/>
                </a:solidFill>
              </a:defRPr>
            </a:lvl5pPr>
            <a:lvl6pPr lvl="5" algn="ctr">
              <a:lnSpc>
                <a:spcPct val="90000"/>
              </a:lnSpc>
              <a:spcBef>
                <a:spcPts val="0"/>
              </a:spcBef>
              <a:spcAft>
                <a:spcPts val="0"/>
              </a:spcAft>
              <a:buNone/>
              <a:defRPr sz="2200">
                <a:solidFill>
                  <a:schemeClr val="dk1"/>
                </a:solidFill>
              </a:defRPr>
            </a:lvl6pPr>
            <a:lvl7pPr lvl="6" algn="ctr">
              <a:lnSpc>
                <a:spcPct val="90000"/>
              </a:lnSpc>
              <a:spcBef>
                <a:spcPts val="0"/>
              </a:spcBef>
              <a:spcAft>
                <a:spcPts val="0"/>
              </a:spcAft>
              <a:buNone/>
              <a:defRPr sz="2200">
                <a:solidFill>
                  <a:schemeClr val="dk1"/>
                </a:solidFill>
              </a:defRPr>
            </a:lvl7pPr>
            <a:lvl8pPr lvl="7" algn="ctr">
              <a:lnSpc>
                <a:spcPct val="90000"/>
              </a:lnSpc>
              <a:spcBef>
                <a:spcPts val="0"/>
              </a:spcBef>
              <a:spcAft>
                <a:spcPts val="0"/>
              </a:spcAft>
              <a:buNone/>
              <a:defRPr sz="2200">
                <a:solidFill>
                  <a:schemeClr val="dk1"/>
                </a:solidFill>
              </a:defRPr>
            </a:lvl8pPr>
            <a:lvl9pPr lvl="8" algn="ctr">
              <a:lnSpc>
                <a:spcPct val="90000"/>
              </a:lnSpc>
              <a:spcBef>
                <a:spcPts val="0"/>
              </a:spcBef>
              <a:spcAft>
                <a:spcPts val="0"/>
              </a:spcAft>
              <a:buNone/>
              <a:defRPr sz="2200">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114" name="Shape 114"/>
        <p:cNvGrpSpPr/>
        <p:nvPr/>
      </p:nvGrpSpPr>
      <p:grpSpPr>
        <a:xfrm>
          <a:off x="0" y="0"/>
          <a:ext cx="0" cy="0"/>
          <a:chOff x="0" y="0"/>
          <a:chExt cx="0" cy="0"/>
        </a:xfrm>
      </p:grpSpPr>
      <p:sp>
        <p:nvSpPr>
          <p:cNvPr id="115" name="Google Shape;115;p12"/>
          <p:cNvSpPr/>
          <p:nvPr>
            <p:ph idx="2" type="pic"/>
          </p:nvPr>
        </p:nvSpPr>
        <p:spPr>
          <a:xfrm>
            <a:off x="4587725" y="-8750"/>
            <a:ext cx="4572000" cy="5152200"/>
          </a:xfrm>
          <a:prstGeom prst="rect">
            <a:avLst/>
          </a:prstGeom>
          <a:noFill/>
          <a:ln>
            <a:noFill/>
          </a:ln>
        </p:spPr>
      </p:sp>
      <p:sp>
        <p:nvSpPr>
          <p:cNvPr id="116" name="Google Shape;116;p12"/>
          <p:cNvSpPr txBox="1"/>
          <p:nvPr>
            <p:ph type="title"/>
          </p:nvPr>
        </p:nvSpPr>
        <p:spPr>
          <a:xfrm>
            <a:off x="361975" y="923525"/>
            <a:ext cx="3860100" cy="5877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p:txBody>
      </p:sp>
      <p:sp>
        <p:nvSpPr>
          <p:cNvPr id="117" name="Google Shape;117;p12"/>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Font typeface="Newsreader"/>
              <a:buNone/>
              <a:defRPr>
                <a:solidFill>
                  <a:schemeClr val="dk1"/>
                </a:solidFill>
              </a:defRPr>
            </a:lvl2pPr>
            <a:lvl3pPr lvl="2">
              <a:spcBef>
                <a:spcPts val="0"/>
              </a:spcBef>
              <a:spcAft>
                <a:spcPts val="0"/>
              </a:spcAft>
              <a:buClr>
                <a:schemeClr val="dk1"/>
              </a:buClr>
              <a:buSzPts val="1400"/>
              <a:buFont typeface="Newsreader"/>
              <a:buNone/>
              <a:defRPr>
                <a:solidFill>
                  <a:schemeClr val="dk1"/>
                </a:solidFill>
              </a:defRPr>
            </a:lvl3pPr>
            <a:lvl4pPr lvl="3">
              <a:spcBef>
                <a:spcPts val="0"/>
              </a:spcBef>
              <a:spcAft>
                <a:spcPts val="0"/>
              </a:spcAft>
              <a:buClr>
                <a:schemeClr val="dk1"/>
              </a:buClr>
              <a:buSzPts val="1400"/>
              <a:buFont typeface="Newsreader"/>
              <a:buNone/>
              <a:defRPr>
                <a:solidFill>
                  <a:schemeClr val="dk1"/>
                </a:solidFill>
              </a:defRPr>
            </a:lvl4pPr>
            <a:lvl5pPr lvl="4">
              <a:spcBef>
                <a:spcPts val="0"/>
              </a:spcBef>
              <a:spcAft>
                <a:spcPts val="0"/>
              </a:spcAft>
              <a:buClr>
                <a:schemeClr val="dk1"/>
              </a:buClr>
              <a:buSzPts val="1400"/>
              <a:buFont typeface="Newsreader"/>
              <a:buNone/>
              <a:defRPr>
                <a:solidFill>
                  <a:schemeClr val="dk1"/>
                </a:solidFill>
              </a:defRPr>
            </a:lvl5pPr>
            <a:lvl6pPr lvl="5">
              <a:spcBef>
                <a:spcPts val="0"/>
              </a:spcBef>
              <a:spcAft>
                <a:spcPts val="0"/>
              </a:spcAft>
              <a:buClr>
                <a:schemeClr val="dk1"/>
              </a:buClr>
              <a:buSzPts val="1400"/>
              <a:buFont typeface="Newsreader"/>
              <a:buNone/>
              <a:defRPr>
                <a:solidFill>
                  <a:schemeClr val="dk1"/>
                </a:solidFill>
              </a:defRPr>
            </a:lvl6pPr>
            <a:lvl7pPr lvl="6">
              <a:spcBef>
                <a:spcPts val="0"/>
              </a:spcBef>
              <a:spcAft>
                <a:spcPts val="0"/>
              </a:spcAft>
              <a:buClr>
                <a:schemeClr val="dk1"/>
              </a:buClr>
              <a:buSzPts val="1400"/>
              <a:buFont typeface="Newsreader"/>
              <a:buNone/>
              <a:defRPr>
                <a:solidFill>
                  <a:schemeClr val="dk1"/>
                </a:solidFill>
              </a:defRPr>
            </a:lvl7pPr>
            <a:lvl8pPr lvl="7">
              <a:spcBef>
                <a:spcPts val="0"/>
              </a:spcBef>
              <a:spcAft>
                <a:spcPts val="0"/>
              </a:spcAft>
              <a:buClr>
                <a:schemeClr val="dk1"/>
              </a:buClr>
              <a:buSzPts val="1400"/>
              <a:buFont typeface="Newsreader"/>
              <a:buNone/>
              <a:defRPr>
                <a:solidFill>
                  <a:schemeClr val="dk1"/>
                </a:solidFill>
              </a:defRPr>
            </a:lvl8pPr>
            <a:lvl9pPr lvl="8">
              <a:spcBef>
                <a:spcPts val="0"/>
              </a:spcBef>
              <a:spcAft>
                <a:spcPts val="0"/>
              </a:spcAft>
              <a:buClr>
                <a:schemeClr val="dk1"/>
              </a:buClr>
              <a:buSzPts val="1400"/>
              <a:buFont typeface="Newsreader"/>
              <a:buNone/>
              <a:defRPr>
                <a:solidFill>
                  <a:schemeClr val="dk1"/>
                </a:solidFill>
              </a:defRPr>
            </a:lvl9pPr>
          </a:lstStyle>
          <a:p/>
        </p:txBody>
      </p:sp>
      <p:sp>
        <p:nvSpPr>
          <p:cNvPr id="118" name="Google Shape;118;p12"/>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119" name="Shape 119"/>
        <p:cNvGrpSpPr/>
        <p:nvPr/>
      </p:nvGrpSpPr>
      <p:grpSpPr>
        <a:xfrm>
          <a:off x="0" y="0"/>
          <a:ext cx="0" cy="0"/>
          <a:chOff x="0" y="0"/>
          <a:chExt cx="0" cy="0"/>
        </a:xfrm>
      </p:grpSpPr>
      <p:sp>
        <p:nvSpPr>
          <p:cNvPr id="120" name="Google Shape;120;p1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22" name="Google Shape;122;p13"/>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3" name="Google Shape;123;p13"/>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4" name="Google Shape;124;p13"/>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5" name="Google Shape;125;p13"/>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6" name="Google Shape;126;p13"/>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127" name="Google Shape;127;p13"/>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dk1"/>
                </a:solidFill>
                <a:latin typeface="Newsreader"/>
                <a:ea typeface="Newsreader"/>
                <a:cs typeface="Newsreader"/>
                <a:sym typeface="Newsreader"/>
              </a:rPr>
              <a:t>02</a:t>
            </a:r>
            <a:endParaRPr sz="3000">
              <a:solidFill>
                <a:schemeClr val="dk1"/>
              </a:solidFill>
              <a:latin typeface="Newsreader"/>
              <a:ea typeface="Newsreader"/>
              <a:cs typeface="Newsreader"/>
              <a:sym typeface="Newsreader"/>
            </a:endParaRPr>
          </a:p>
        </p:txBody>
      </p:sp>
      <p:sp>
        <p:nvSpPr>
          <p:cNvPr id="128" name="Google Shape;128;p13"/>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129" name="Google Shape;129;p13"/>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130" name="Google Shape;130;p13"/>
          <p:cNvSpPr txBox="1"/>
          <p:nvPr>
            <p:ph type="title"/>
          </p:nvPr>
        </p:nvSpPr>
        <p:spPr>
          <a:xfrm>
            <a:off x="361975" y="988782"/>
            <a:ext cx="3231600" cy="760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200"/>
              <a:buFont typeface="Newsreader"/>
              <a:buNone/>
              <a:defRPr sz="2200">
                <a:solidFill>
                  <a:schemeClr val="dk1"/>
                </a:solidFill>
              </a:defRPr>
            </a:lvl1pPr>
            <a:lvl2pPr lvl="1">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131" name="Google Shape;131;p13"/>
          <p:cNvSpPr txBox="1"/>
          <p:nvPr>
            <p:ph idx="2" type="subTitle"/>
          </p:nvPr>
        </p:nvSpPr>
        <p:spPr>
          <a:xfrm>
            <a:off x="382691" y="3129231"/>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13"/>
          <p:cNvSpPr txBox="1"/>
          <p:nvPr>
            <p:ph idx="3" type="subTitle"/>
          </p:nvPr>
        </p:nvSpPr>
        <p:spPr>
          <a:xfrm>
            <a:off x="377048" y="3344302"/>
            <a:ext cx="1689600" cy="969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33" name="Google Shape;133;p13"/>
          <p:cNvSpPr txBox="1"/>
          <p:nvPr>
            <p:ph idx="4" type="subTitle"/>
          </p:nvPr>
        </p:nvSpPr>
        <p:spPr>
          <a:xfrm>
            <a:off x="2671462" y="2450249"/>
            <a:ext cx="12573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4" name="Google Shape;134;p13"/>
          <p:cNvSpPr txBox="1"/>
          <p:nvPr>
            <p:ph idx="5" type="subTitle"/>
          </p:nvPr>
        </p:nvSpPr>
        <p:spPr>
          <a:xfrm>
            <a:off x="2665825" y="2665171"/>
            <a:ext cx="1689600" cy="1423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35" name="Google Shape;135;p13"/>
          <p:cNvSpPr txBox="1"/>
          <p:nvPr>
            <p:ph idx="6" type="subTitle"/>
          </p:nvPr>
        </p:nvSpPr>
        <p:spPr>
          <a:xfrm>
            <a:off x="4943337" y="18846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13"/>
          <p:cNvSpPr txBox="1"/>
          <p:nvPr>
            <p:ph idx="7" type="subTitle"/>
          </p:nvPr>
        </p:nvSpPr>
        <p:spPr>
          <a:xfrm>
            <a:off x="4937700" y="2099593"/>
            <a:ext cx="1689600" cy="1620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37" name="Google Shape;137;p13"/>
          <p:cNvSpPr txBox="1"/>
          <p:nvPr>
            <p:ph idx="8" type="subTitle"/>
          </p:nvPr>
        </p:nvSpPr>
        <p:spPr>
          <a:xfrm>
            <a:off x="7238787" y="10574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13"/>
          <p:cNvSpPr txBox="1"/>
          <p:nvPr>
            <p:ph idx="9" type="subTitle"/>
          </p:nvPr>
        </p:nvSpPr>
        <p:spPr>
          <a:xfrm>
            <a:off x="7233150" y="1272358"/>
            <a:ext cx="1689600" cy="2196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39" name="Shape 139"/>
        <p:cNvGrpSpPr/>
        <p:nvPr/>
      </p:nvGrpSpPr>
      <p:grpSpPr>
        <a:xfrm>
          <a:off x="0" y="0"/>
          <a:ext cx="0" cy="0"/>
          <a:chOff x="0" y="0"/>
          <a:chExt cx="0" cy="0"/>
        </a:xfrm>
      </p:grpSpPr>
      <p:sp>
        <p:nvSpPr>
          <p:cNvPr id="140" name="Google Shape;140;p1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1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p14"/>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lvl1pPr>
            <a:lvl2pPr lvl="1">
              <a:spcBef>
                <a:spcPts val="0"/>
              </a:spcBef>
              <a:spcAft>
                <a:spcPts val="0"/>
              </a:spcAft>
              <a:buNone/>
              <a:defRPr sz="2500"/>
            </a:lvl2pPr>
            <a:lvl3pPr lvl="2">
              <a:spcBef>
                <a:spcPts val="0"/>
              </a:spcBef>
              <a:spcAft>
                <a:spcPts val="0"/>
              </a:spcAft>
              <a:buNone/>
              <a:defRPr sz="2500"/>
            </a:lvl3pPr>
            <a:lvl4pPr lvl="3">
              <a:spcBef>
                <a:spcPts val="0"/>
              </a:spcBef>
              <a:spcAft>
                <a:spcPts val="0"/>
              </a:spcAft>
              <a:buNone/>
              <a:defRPr sz="2500"/>
            </a:lvl4pPr>
            <a:lvl5pPr lvl="4">
              <a:spcBef>
                <a:spcPts val="0"/>
              </a:spcBef>
              <a:spcAft>
                <a:spcPts val="0"/>
              </a:spcAft>
              <a:buNone/>
              <a:defRPr sz="2500"/>
            </a:lvl5pPr>
            <a:lvl6pPr lvl="5">
              <a:spcBef>
                <a:spcPts val="0"/>
              </a:spcBef>
              <a:spcAft>
                <a:spcPts val="0"/>
              </a:spcAft>
              <a:buNone/>
              <a:defRPr sz="2500"/>
            </a:lvl6pPr>
            <a:lvl7pPr lvl="6">
              <a:spcBef>
                <a:spcPts val="0"/>
              </a:spcBef>
              <a:spcAft>
                <a:spcPts val="0"/>
              </a:spcAft>
              <a:buNone/>
              <a:defRPr sz="2500"/>
            </a:lvl7pPr>
            <a:lvl8pPr lvl="7">
              <a:spcBef>
                <a:spcPts val="0"/>
              </a:spcBef>
              <a:spcAft>
                <a:spcPts val="0"/>
              </a:spcAft>
              <a:buNone/>
              <a:defRPr sz="2500"/>
            </a:lvl8pPr>
            <a:lvl9pPr lvl="8">
              <a:spcBef>
                <a:spcPts val="0"/>
              </a:spcBef>
              <a:spcAft>
                <a:spcPts val="0"/>
              </a:spcAft>
              <a:buNone/>
              <a:defRPr sz="2500"/>
            </a:lvl9pPr>
          </a:lstStyle>
          <a:p/>
        </p:txBody>
      </p:sp>
      <p:sp>
        <p:nvSpPr>
          <p:cNvPr id="143" name="Google Shape;143;p14"/>
          <p:cNvSpPr/>
          <p:nvPr>
            <p:ph idx="2" type="pic"/>
          </p:nvPr>
        </p:nvSpPr>
        <p:spPr>
          <a:xfrm>
            <a:off x="1442350" y="3492500"/>
            <a:ext cx="408900" cy="408900"/>
          </a:xfrm>
          <a:prstGeom prst="ellipse">
            <a:avLst/>
          </a:prstGeom>
          <a:noFill/>
          <a:ln>
            <a:noFill/>
          </a:ln>
        </p:spPr>
      </p:sp>
      <p:sp>
        <p:nvSpPr>
          <p:cNvPr id="144" name="Google Shape;144;p14"/>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145" name="Google Shape;145;p14"/>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146" name="Shape 146"/>
        <p:cNvGrpSpPr/>
        <p:nvPr/>
      </p:nvGrpSpPr>
      <p:grpSpPr>
        <a:xfrm>
          <a:off x="0" y="0"/>
          <a:ext cx="0" cy="0"/>
          <a:chOff x="0" y="0"/>
          <a:chExt cx="0" cy="0"/>
        </a:xfrm>
      </p:grpSpPr>
      <p:sp>
        <p:nvSpPr>
          <p:cNvPr id="147" name="Google Shape;147;p1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1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9" name="Google Shape;149;p15"/>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solidFill>
                  <a:schemeClr val="dk1"/>
                </a:solidFill>
              </a:defRPr>
            </a:lvl1pPr>
            <a:lvl2pPr lvl="1">
              <a:spcBef>
                <a:spcPts val="0"/>
              </a:spcBef>
              <a:spcAft>
                <a:spcPts val="0"/>
              </a:spcAft>
              <a:buNone/>
              <a:defRPr sz="2500">
                <a:solidFill>
                  <a:schemeClr val="dk1"/>
                </a:solidFill>
              </a:defRPr>
            </a:lvl2pPr>
            <a:lvl3pPr lvl="2">
              <a:spcBef>
                <a:spcPts val="0"/>
              </a:spcBef>
              <a:spcAft>
                <a:spcPts val="0"/>
              </a:spcAft>
              <a:buNone/>
              <a:defRPr sz="2500">
                <a:solidFill>
                  <a:schemeClr val="dk1"/>
                </a:solidFill>
              </a:defRPr>
            </a:lvl3pPr>
            <a:lvl4pPr lvl="3">
              <a:spcBef>
                <a:spcPts val="0"/>
              </a:spcBef>
              <a:spcAft>
                <a:spcPts val="0"/>
              </a:spcAft>
              <a:buNone/>
              <a:defRPr sz="2500">
                <a:solidFill>
                  <a:schemeClr val="dk1"/>
                </a:solidFill>
              </a:defRPr>
            </a:lvl4pPr>
            <a:lvl5pPr lvl="4">
              <a:spcBef>
                <a:spcPts val="0"/>
              </a:spcBef>
              <a:spcAft>
                <a:spcPts val="0"/>
              </a:spcAft>
              <a:buNone/>
              <a:defRPr sz="2500">
                <a:solidFill>
                  <a:schemeClr val="dk1"/>
                </a:solidFill>
              </a:defRPr>
            </a:lvl5pPr>
            <a:lvl6pPr lvl="5">
              <a:spcBef>
                <a:spcPts val="0"/>
              </a:spcBef>
              <a:spcAft>
                <a:spcPts val="0"/>
              </a:spcAft>
              <a:buNone/>
              <a:defRPr sz="2500">
                <a:solidFill>
                  <a:schemeClr val="dk1"/>
                </a:solidFill>
              </a:defRPr>
            </a:lvl6pPr>
            <a:lvl7pPr lvl="6">
              <a:spcBef>
                <a:spcPts val="0"/>
              </a:spcBef>
              <a:spcAft>
                <a:spcPts val="0"/>
              </a:spcAft>
              <a:buNone/>
              <a:defRPr sz="2500">
                <a:solidFill>
                  <a:schemeClr val="dk1"/>
                </a:solidFill>
              </a:defRPr>
            </a:lvl7pPr>
            <a:lvl8pPr lvl="7">
              <a:spcBef>
                <a:spcPts val="0"/>
              </a:spcBef>
              <a:spcAft>
                <a:spcPts val="0"/>
              </a:spcAft>
              <a:buNone/>
              <a:defRPr sz="2500">
                <a:solidFill>
                  <a:schemeClr val="dk1"/>
                </a:solidFill>
              </a:defRPr>
            </a:lvl8pPr>
            <a:lvl9pPr lvl="8">
              <a:spcBef>
                <a:spcPts val="0"/>
              </a:spcBef>
              <a:spcAft>
                <a:spcPts val="0"/>
              </a:spcAft>
              <a:buNone/>
              <a:defRPr sz="2500">
                <a:solidFill>
                  <a:schemeClr val="dk1"/>
                </a:solidFill>
              </a:defRPr>
            </a:lvl9pPr>
          </a:lstStyle>
          <a:p/>
        </p:txBody>
      </p:sp>
      <p:sp>
        <p:nvSpPr>
          <p:cNvPr id="150" name="Google Shape;150;p15"/>
          <p:cNvSpPr/>
          <p:nvPr>
            <p:ph idx="2" type="pic"/>
          </p:nvPr>
        </p:nvSpPr>
        <p:spPr>
          <a:xfrm>
            <a:off x="1442350" y="3492500"/>
            <a:ext cx="408900" cy="408900"/>
          </a:xfrm>
          <a:prstGeom prst="ellipse">
            <a:avLst/>
          </a:prstGeom>
          <a:noFill/>
          <a:ln>
            <a:noFill/>
          </a:ln>
        </p:spPr>
      </p:sp>
      <p:sp>
        <p:nvSpPr>
          <p:cNvPr id="151" name="Google Shape;151;p15"/>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152" name="Google Shape;152;p15"/>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153" name="Shape 153"/>
        <p:cNvGrpSpPr/>
        <p:nvPr/>
      </p:nvGrpSpPr>
      <p:grpSpPr>
        <a:xfrm>
          <a:off x="0" y="0"/>
          <a:ext cx="0" cy="0"/>
          <a:chOff x="0" y="0"/>
          <a:chExt cx="0" cy="0"/>
        </a:xfrm>
      </p:grpSpPr>
      <p:sp>
        <p:nvSpPr>
          <p:cNvPr id="154" name="Google Shape;154;p1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5" name="Google Shape;155;p16"/>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56" name="Google Shape;156;p16"/>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7" name="Google Shape;157;p16"/>
          <p:cNvSpPr txBox="1"/>
          <p:nvPr>
            <p:ph idx="3" type="body"/>
          </p:nvPr>
        </p:nvSpPr>
        <p:spPr>
          <a:xfrm>
            <a:off x="361975" y="3256513"/>
            <a:ext cx="3860100" cy="13275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8" name="Google Shape;158;p16"/>
          <p:cNvSpPr txBox="1"/>
          <p:nvPr>
            <p:ph idx="4" type="title"/>
          </p:nvPr>
        </p:nvSpPr>
        <p:spPr>
          <a:xfrm>
            <a:off x="48008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159" name="Google Shape;159;p16"/>
          <p:cNvSpPr txBox="1"/>
          <p:nvPr>
            <p:ph idx="5" type="title"/>
          </p:nvPr>
        </p:nvSpPr>
        <p:spPr>
          <a:xfrm>
            <a:off x="70949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60" name="Google Shape;160;p16"/>
          <p:cNvSpPr txBox="1"/>
          <p:nvPr>
            <p:ph idx="6" type="title"/>
          </p:nvPr>
        </p:nvSpPr>
        <p:spPr>
          <a:xfrm>
            <a:off x="4800825" y="1698225"/>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61" name="Google Shape;161;p16"/>
          <p:cNvSpPr txBox="1"/>
          <p:nvPr>
            <p:ph idx="7" type="body"/>
          </p:nvPr>
        </p:nvSpPr>
        <p:spPr>
          <a:xfrm>
            <a:off x="4800825" y="4122308"/>
            <a:ext cx="39759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62" name="Google Shape;162;p16"/>
          <p:cNvSpPr txBox="1"/>
          <p:nvPr>
            <p:ph idx="8" type="title"/>
          </p:nvPr>
        </p:nvSpPr>
        <p:spPr>
          <a:xfrm>
            <a:off x="4800825" y="3215225"/>
            <a:ext cx="3975900" cy="798900"/>
          </a:xfrm>
          <a:prstGeom prst="rect">
            <a:avLst/>
          </a:prstGeom>
        </p:spPr>
        <p:txBody>
          <a:bodyPr anchorCtr="0" anchor="t" bIns="0" lIns="0" spcFirstLastPara="1" rIns="0" wrap="square" tIns="0">
            <a:noAutofit/>
          </a:bodyPr>
          <a:lstStyle>
            <a:lvl1pPr lvl="0">
              <a:spcBef>
                <a:spcPts val="0"/>
              </a:spcBef>
              <a:spcAft>
                <a:spcPts val="0"/>
              </a:spcAft>
              <a:buNone/>
              <a:defRPr sz="6200"/>
            </a:lvl1pPr>
            <a:lvl2pPr lvl="1">
              <a:spcBef>
                <a:spcPts val="0"/>
              </a:spcBef>
              <a:spcAft>
                <a:spcPts val="0"/>
              </a:spcAft>
              <a:buNone/>
              <a:defRPr sz="2200">
                <a:solidFill>
                  <a:schemeClr val="dk1"/>
                </a:solidFill>
              </a:defRPr>
            </a:lvl2pPr>
            <a:lvl3pPr lvl="2">
              <a:spcBef>
                <a:spcPts val="0"/>
              </a:spcBef>
              <a:spcAft>
                <a:spcPts val="0"/>
              </a:spcAft>
              <a:buNone/>
              <a:defRPr sz="2200">
                <a:solidFill>
                  <a:schemeClr val="dk1"/>
                </a:solidFill>
              </a:defRPr>
            </a:lvl3pPr>
            <a:lvl4pPr lvl="3">
              <a:spcBef>
                <a:spcPts val="0"/>
              </a:spcBef>
              <a:spcAft>
                <a:spcPts val="0"/>
              </a:spcAft>
              <a:buNone/>
              <a:defRPr sz="2200">
                <a:solidFill>
                  <a:schemeClr val="dk1"/>
                </a:solidFill>
              </a:defRPr>
            </a:lvl4pPr>
            <a:lvl5pPr lvl="4">
              <a:spcBef>
                <a:spcPts val="0"/>
              </a:spcBef>
              <a:spcAft>
                <a:spcPts val="0"/>
              </a:spcAft>
              <a:buNone/>
              <a:defRPr sz="2200">
                <a:solidFill>
                  <a:schemeClr val="dk1"/>
                </a:solidFill>
              </a:defRPr>
            </a:lvl5pPr>
            <a:lvl6pPr lvl="5">
              <a:spcBef>
                <a:spcPts val="0"/>
              </a:spcBef>
              <a:spcAft>
                <a:spcPts val="0"/>
              </a:spcAft>
              <a:buNone/>
              <a:defRPr sz="2200">
                <a:solidFill>
                  <a:schemeClr val="dk1"/>
                </a:solidFill>
              </a:defRPr>
            </a:lvl6pPr>
            <a:lvl7pPr lvl="6">
              <a:spcBef>
                <a:spcPts val="0"/>
              </a:spcBef>
              <a:spcAft>
                <a:spcPts val="0"/>
              </a:spcAft>
              <a:buNone/>
              <a:defRPr sz="2200">
                <a:solidFill>
                  <a:schemeClr val="dk1"/>
                </a:solidFill>
              </a:defRPr>
            </a:lvl7pPr>
            <a:lvl8pPr lvl="7">
              <a:spcBef>
                <a:spcPts val="0"/>
              </a:spcBef>
              <a:spcAft>
                <a:spcPts val="0"/>
              </a:spcAft>
              <a:buNone/>
              <a:defRPr sz="2200">
                <a:solidFill>
                  <a:schemeClr val="dk1"/>
                </a:solidFill>
              </a:defRPr>
            </a:lvl8pPr>
            <a:lvl9pPr lvl="8">
              <a:spcBef>
                <a:spcPts val="0"/>
              </a:spcBef>
              <a:spcAft>
                <a:spcPts val="0"/>
              </a:spcAft>
              <a:buNone/>
              <a:defRPr sz="2200">
                <a:solidFill>
                  <a:schemeClr val="dk1"/>
                </a:solidFill>
              </a:defRPr>
            </a:lvl9pPr>
          </a:lstStyle>
          <a:p/>
        </p:txBody>
      </p:sp>
      <p:sp>
        <p:nvSpPr>
          <p:cNvPr id="163" name="Google Shape;163;p16"/>
          <p:cNvSpPr txBox="1"/>
          <p:nvPr>
            <p:ph idx="9" type="body"/>
          </p:nvPr>
        </p:nvSpPr>
        <p:spPr>
          <a:xfrm>
            <a:off x="4800825"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64" name="Google Shape;164;p16"/>
          <p:cNvSpPr txBox="1"/>
          <p:nvPr>
            <p:ph idx="13" type="body"/>
          </p:nvPr>
        </p:nvSpPr>
        <p:spPr>
          <a:xfrm>
            <a:off x="7115650"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65" name="Google Shape;165;p16"/>
          <p:cNvSpPr txBox="1"/>
          <p:nvPr>
            <p:ph idx="14" type="body"/>
          </p:nvPr>
        </p:nvSpPr>
        <p:spPr>
          <a:xfrm>
            <a:off x="4800825" y="8601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166" name="Shape 166"/>
        <p:cNvGrpSpPr/>
        <p:nvPr/>
      </p:nvGrpSpPr>
      <p:grpSpPr>
        <a:xfrm>
          <a:off x="0" y="0"/>
          <a:ext cx="0" cy="0"/>
          <a:chOff x="0" y="0"/>
          <a:chExt cx="0" cy="0"/>
        </a:xfrm>
      </p:grpSpPr>
      <p:sp>
        <p:nvSpPr>
          <p:cNvPr id="167" name="Google Shape;167;p1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8" name="Google Shape;168;p17"/>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69" name="Google Shape;169;p17"/>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0" name="Google Shape;170;p17"/>
          <p:cNvSpPr txBox="1"/>
          <p:nvPr>
            <p:ph idx="3" type="body"/>
          </p:nvPr>
        </p:nvSpPr>
        <p:spPr>
          <a:xfrm>
            <a:off x="4800825" y="3665600"/>
            <a:ext cx="39759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71" name="Google Shape;171;p17"/>
          <p:cNvSpPr txBox="1"/>
          <p:nvPr>
            <p:ph idx="4" type="subTitle"/>
          </p:nvPr>
        </p:nvSpPr>
        <p:spPr>
          <a:xfrm>
            <a:off x="4800825" y="3285232"/>
            <a:ext cx="39759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72" name="Google Shape;172;p17"/>
          <p:cNvSpPr txBox="1"/>
          <p:nvPr>
            <p:ph idx="5" type="body"/>
          </p:nvPr>
        </p:nvSpPr>
        <p:spPr>
          <a:xfrm>
            <a:off x="2611802" y="3665600"/>
            <a:ext cx="1627500" cy="1114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173" name="Google Shape;173;p17"/>
          <p:cNvSpPr txBox="1"/>
          <p:nvPr>
            <p:ph idx="6" type="subTitle"/>
          </p:nvPr>
        </p:nvSpPr>
        <p:spPr>
          <a:xfrm>
            <a:off x="2611802" y="3285232"/>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74" name="Google Shape;174;p17"/>
          <p:cNvSpPr txBox="1"/>
          <p:nvPr>
            <p:ph idx="7" type="body"/>
          </p:nvPr>
        </p:nvSpPr>
        <p:spPr>
          <a:xfrm>
            <a:off x="361977" y="3665600"/>
            <a:ext cx="16275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75" name="Google Shape;175;p17"/>
          <p:cNvSpPr txBox="1"/>
          <p:nvPr>
            <p:ph idx="8" type="subTitle"/>
          </p:nvPr>
        </p:nvSpPr>
        <p:spPr>
          <a:xfrm>
            <a:off x="361977" y="3285232"/>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76" name="Google Shape;176;p17"/>
          <p:cNvSpPr txBox="1"/>
          <p:nvPr>
            <p:ph idx="9" type="body"/>
          </p:nvPr>
        </p:nvSpPr>
        <p:spPr>
          <a:xfrm>
            <a:off x="490072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77" name="Google Shape;177;p17"/>
          <p:cNvSpPr txBox="1"/>
          <p:nvPr>
            <p:ph idx="13" type="subTitle"/>
          </p:nvPr>
        </p:nvSpPr>
        <p:spPr>
          <a:xfrm>
            <a:off x="4900725" y="706863"/>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78" name="Google Shape;178;p17"/>
          <p:cNvSpPr txBox="1"/>
          <p:nvPr>
            <p:ph idx="14" type="body"/>
          </p:nvPr>
        </p:nvSpPr>
        <p:spPr>
          <a:xfrm>
            <a:off x="714917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79" name="Google Shape;179;p17"/>
          <p:cNvSpPr txBox="1"/>
          <p:nvPr>
            <p:ph idx="15" type="subTitle"/>
          </p:nvPr>
        </p:nvSpPr>
        <p:spPr>
          <a:xfrm>
            <a:off x="7149175" y="706863"/>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80" name="Google Shape;180;p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181" name="Shape 181"/>
        <p:cNvGrpSpPr/>
        <p:nvPr/>
      </p:nvGrpSpPr>
      <p:grpSpPr>
        <a:xfrm>
          <a:off x="0" y="0"/>
          <a:ext cx="0" cy="0"/>
          <a:chOff x="0" y="0"/>
          <a:chExt cx="0" cy="0"/>
        </a:xfrm>
      </p:grpSpPr>
      <p:sp>
        <p:nvSpPr>
          <p:cNvPr id="182" name="Google Shape;182;p1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3" name="Google Shape;183;p18"/>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4" name="Google Shape;184;p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18"/>
          <p:cNvSpPr txBox="1"/>
          <p:nvPr>
            <p:ph type="title"/>
          </p:nvPr>
        </p:nvSpPr>
        <p:spPr>
          <a:xfrm>
            <a:off x="5796575" y="2351325"/>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solidFill>
                  <a:schemeClr val="dk1"/>
                </a:solidFill>
              </a:defRPr>
            </a:lvl1pPr>
            <a:lvl2pPr lvl="1">
              <a:lnSpc>
                <a:spcPct val="90000"/>
              </a:lnSpc>
              <a:spcBef>
                <a:spcPts val="0"/>
              </a:spcBef>
              <a:spcAft>
                <a:spcPts val="0"/>
              </a:spcAft>
              <a:buNone/>
              <a:defRPr sz="6200">
                <a:solidFill>
                  <a:schemeClr val="dk1"/>
                </a:solidFill>
              </a:defRPr>
            </a:lvl2pPr>
            <a:lvl3pPr lvl="2">
              <a:lnSpc>
                <a:spcPct val="90000"/>
              </a:lnSpc>
              <a:spcBef>
                <a:spcPts val="0"/>
              </a:spcBef>
              <a:spcAft>
                <a:spcPts val="0"/>
              </a:spcAft>
              <a:buNone/>
              <a:defRPr sz="6200">
                <a:solidFill>
                  <a:schemeClr val="dk1"/>
                </a:solidFill>
              </a:defRPr>
            </a:lvl3pPr>
            <a:lvl4pPr lvl="3">
              <a:lnSpc>
                <a:spcPct val="90000"/>
              </a:lnSpc>
              <a:spcBef>
                <a:spcPts val="0"/>
              </a:spcBef>
              <a:spcAft>
                <a:spcPts val="0"/>
              </a:spcAft>
              <a:buNone/>
              <a:defRPr sz="6200">
                <a:solidFill>
                  <a:schemeClr val="dk1"/>
                </a:solidFill>
              </a:defRPr>
            </a:lvl4pPr>
            <a:lvl5pPr lvl="4">
              <a:lnSpc>
                <a:spcPct val="90000"/>
              </a:lnSpc>
              <a:spcBef>
                <a:spcPts val="0"/>
              </a:spcBef>
              <a:spcAft>
                <a:spcPts val="0"/>
              </a:spcAft>
              <a:buNone/>
              <a:defRPr sz="6200">
                <a:solidFill>
                  <a:schemeClr val="dk1"/>
                </a:solidFill>
              </a:defRPr>
            </a:lvl5pPr>
            <a:lvl6pPr lvl="5">
              <a:lnSpc>
                <a:spcPct val="90000"/>
              </a:lnSpc>
              <a:spcBef>
                <a:spcPts val="0"/>
              </a:spcBef>
              <a:spcAft>
                <a:spcPts val="0"/>
              </a:spcAft>
              <a:buNone/>
              <a:defRPr sz="6200">
                <a:solidFill>
                  <a:schemeClr val="dk1"/>
                </a:solidFill>
              </a:defRPr>
            </a:lvl6pPr>
            <a:lvl7pPr lvl="6">
              <a:lnSpc>
                <a:spcPct val="90000"/>
              </a:lnSpc>
              <a:spcBef>
                <a:spcPts val="0"/>
              </a:spcBef>
              <a:spcAft>
                <a:spcPts val="0"/>
              </a:spcAft>
              <a:buNone/>
              <a:defRPr sz="6200">
                <a:solidFill>
                  <a:schemeClr val="dk1"/>
                </a:solidFill>
              </a:defRPr>
            </a:lvl7pPr>
            <a:lvl8pPr lvl="7">
              <a:lnSpc>
                <a:spcPct val="90000"/>
              </a:lnSpc>
              <a:spcBef>
                <a:spcPts val="0"/>
              </a:spcBef>
              <a:spcAft>
                <a:spcPts val="0"/>
              </a:spcAft>
              <a:buNone/>
              <a:defRPr sz="6200">
                <a:solidFill>
                  <a:schemeClr val="dk1"/>
                </a:solidFill>
              </a:defRPr>
            </a:lvl8pPr>
            <a:lvl9pPr lvl="8">
              <a:lnSpc>
                <a:spcPct val="90000"/>
              </a:lnSpc>
              <a:spcBef>
                <a:spcPts val="0"/>
              </a:spcBef>
              <a:spcAft>
                <a:spcPts val="0"/>
              </a:spcAft>
              <a:buNone/>
              <a:defRPr sz="6200">
                <a:solidFill>
                  <a:schemeClr val="dk1"/>
                </a:solidFill>
              </a:defRPr>
            </a:lvl9pPr>
          </a:lstStyle>
          <a:p/>
        </p:txBody>
      </p:sp>
      <p:sp>
        <p:nvSpPr>
          <p:cNvPr id="186" name="Google Shape;186;p18"/>
          <p:cNvSpPr txBox="1"/>
          <p:nvPr>
            <p:ph idx="3" type="title"/>
          </p:nvPr>
        </p:nvSpPr>
        <p:spPr>
          <a:xfrm>
            <a:off x="5796575" y="507450"/>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lvl1pPr>
            <a:lvl2pPr lvl="1">
              <a:lnSpc>
                <a:spcPct val="90000"/>
              </a:lnSpc>
              <a:spcBef>
                <a:spcPts val="0"/>
              </a:spcBef>
              <a:spcAft>
                <a:spcPts val="0"/>
              </a:spcAft>
              <a:buNone/>
              <a:defRPr sz="6200"/>
            </a:lvl2pPr>
            <a:lvl3pPr lvl="2">
              <a:lnSpc>
                <a:spcPct val="90000"/>
              </a:lnSpc>
              <a:spcBef>
                <a:spcPts val="0"/>
              </a:spcBef>
              <a:spcAft>
                <a:spcPts val="0"/>
              </a:spcAft>
              <a:buNone/>
              <a:defRPr sz="6200"/>
            </a:lvl3pPr>
            <a:lvl4pPr lvl="3">
              <a:lnSpc>
                <a:spcPct val="90000"/>
              </a:lnSpc>
              <a:spcBef>
                <a:spcPts val="0"/>
              </a:spcBef>
              <a:spcAft>
                <a:spcPts val="0"/>
              </a:spcAft>
              <a:buNone/>
              <a:defRPr sz="6200"/>
            </a:lvl4pPr>
            <a:lvl5pPr lvl="4">
              <a:lnSpc>
                <a:spcPct val="90000"/>
              </a:lnSpc>
              <a:spcBef>
                <a:spcPts val="0"/>
              </a:spcBef>
              <a:spcAft>
                <a:spcPts val="0"/>
              </a:spcAft>
              <a:buNone/>
              <a:defRPr sz="6200"/>
            </a:lvl5pPr>
            <a:lvl6pPr lvl="5">
              <a:lnSpc>
                <a:spcPct val="90000"/>
              </a:lnSpc>
              <a:spcBef>
                <a:spcPts val="0"/>
              </a:spcBef>
              <a:spcAft>
                <a:spcPts val="0"/>
              </a:spcAft>
              <a:buNone/>
              <a:defRPr sz="6200"/>
            </a:lvl6pPr>
            <a:lvl7pPr lvl="6">
              <a:lnSpc>
                <a:spcPct val="90000"/>
              </a:lnSpc>
              <a:spcBef>
                <a:spcPts val="0"/>
              </a:spcBef>
              <a:spcAft>
                <a:spcPts val="0"/>
              </a:spcAft>
              <a:buNone/>
              <a:defRPr sz="6200"/>
            </a:lvl7pPr>
            <a:lvl8pPr lvl="7">
              <a:lnSpc>
                <a:spcPct val="90000"/>
              </a:lnSpc>
              <a:spcBef>
                <a:spcPts val="0"/>
              </a:spcBef>
              <a:spcAft>
                <a:spcPts val="0"/>
              </a:spcAft>
              <a:buNone/>
              <a:defRPr sz="6200"/>
            </a:lvl8pPr>
            <a:lvl9pPr lvl="8">
              <a:lnSpc>
                <a:spcPct val="90000"/>
              </a:lnSpc>
              <a:spcBef>
                <a:spcPts val="0"/>
              </a:spcBef>
              <a:spcAft>
                <a:spcPts val="0"/>
              </a:spcAft>
              <a:buNone/>
              <a:defRPr sz="6200"/>
            </a:lvl9pPr>
          </a:lstStyle>
          <a:p/>
        </p:txBody>
      </p:sp>
      <p:sp>
        <p:nvSpPr>
          <p:cNvPr id="187" name="Google Shape;187;p18"/>
          <p:cNvSpPr txBox="1"/>
          <p:nvPr>
            <p:ph idx="4" type="subTitle"/>
          </p:nvPr>
        </p:nvSpPr>
        <p:spPr>
          <a:xfrm>
            <a:off x="5712600" y="4290612"/>
            <a:ext cx="2613300" cy="5439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188" name="Google Shape;188;p18"/>
          <p:cNvSpPr txBox="1"/>
          <p:nvPr>
            <p:ph idx="5" type="subTitle"/>
          </p:nvPr>
        </p:nvSpPr>
        <p:spPr>
          <a:xfrm>
            <a:off x="5712600" y="3243901"/>
            <a:ext cx="2613300" cy="4323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189" name="Google Shape;189;p18"/>
          <p:cNvSpPr txBox="1"/>
          <p:nvPr>
            <p:ph idx="6" type="subTitle"/>
          </p:nvPr>
        </p:nvSpPr>
        <p:spPr>
          <a:xfrm>
            <a:off x="5712600" y="1318375"/>
            <a:ext cx="2613300" cy="4830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190" name="Shape 190"/>
        <p:cNvGrpSpPr/>
        <p:nvPr/>
      </p:nvGrpSpPr>
      <p:grpSpPr>
        <a:xfrm>
          <a:off x="0" y="0"/>
          <a:ext cx="0" cy="0"/>
          <a:chOff x="0" y="0"/>
          <a:chExt cx="0" cy="0"/>
        </a:xfrm>
      </p:grpSpPr>
      <p:sp>
        <p:nvSpPr>
          <p:cNvPr id="191" name="Google Shape;191;p1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19"/>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3" name="Google Shape;193;p1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4" name="Google Shape;194;p19"/>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195" name="Shape 195"/>
        <p:cNvGrpSpPr/>
        <p:nvPr/>
      </p:nvGrpSpPr>
      <p:grpSpPr>
        <a:xfrm>
          <a:off x="0" y="0"/>
          <a:ext cx="0" cy="0"/>
          <a:chOff x="0" y="0"/>
          <a:chExt cx="0" cy="0"/>
        </a:xfrm>
      </p:grpSpPr>
      <p:sp>
        <p:nvSpPr>
          <p:cNvPr id="196" name="Google Shape;196;p20"/>
          <p:cNvSpPr/>
          <p:nvPr>
            <p:ph idx="2" type="pic"/>
          </p:nvPr>
        </p:nvSpPr>
        <p:spPr>
          <a:xfrm>
            <a:off x="6289075" y="1793300"/>
            <a:ext cx="2853300" cy="3350400"/>
          </a:xfrm>
          <a:prstGeom prst="rect">
            <a:avLst/>
          </a:prstGeom>
          <a:noFill/>
          <a:ln>
            <a:noFill/>
          </a:ln>
        </p:spPr>
      </p:sp>
      <p:sp>
        <p:nvSpPr>
          <p:cNvPr id="197" name="Google Shape;197;p20"/>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198" name="Google Shape;198;p20"/>
          <p:cNvSpPr txBox="1"/>
          <p:nvPr>
            <p:ph type="title"/>
          </p:nvPr>
        </p:nvSpPr>
        <p:spPr>
          <a:xfrm>
            <a:off x="361975" y="988550"/>
            <a:ext cx="5356800" cy="2255400"/>
          </a:xfrm>
          <a:prstGeom prst="rect">
            <a:avLst/>
          </a:prstGeom>
        </p:spPr>
        <p:txBody>
          <a:bodyPr anchorCtr="0" anchor="t" bIns="0" lIns="0" spcFirstLastPara="1" rIns="0" wrap="square" tIns="0">
            <a:noAutofit/>
          </a:bodyPr>
          <a:lstStyle>
            <a:lvl1pPr lvl="0">
              <a:spcBef>
                <a:spcPts val="0"/>
              </a:spcBef>
              <a:spcAft>
                <a:spcPts val="0"/>
              </a:spcAft>
              <a:buNone/>
              <a:defRPr sz="2200"/>
            </a:lvl1pPr>
            <a:lvl2pPr lvl="1">
              <a:spcBef>
                <a:spcPts val="0"/>
              </a:spcBef>
              <a:spcAft>
                <a:spcPts val="0"/>
              </a:spcAft>
              <a:buNone/>
              <a:defRPr sz="2200"/>
            </a:lvl2pPr>
            <a:lvl3pPr lvl="2">
              <a:spcBef>
                <a:spcPts val="0"/>
              </a:spcBef>
              <a:spcAft>
                <a:spcPts val="0"/>
              </a:spcAft>
              <a:buNone/>
              <a:defRPr sz="2200"/>
            </a:lvl3pPr>
            <a:lvl4pPr lvl="3">
              <a:spcBef>
                <a:spcPts val="0"/>
              </a:spcBef>
              <a:spcAft>
                <a:spcPts val="0"/>
              </a:spcAft>
              <a:buNone/>
              <a:defRPr sz="2200"/>
            </a:lvl4pPr>
            <a:lvl5pPr lvl="4">
              <a:spcBef>
                <a:spcPts val="0"/>
              </a:spcBef>
              <a:spcAft>
                <a:spcPts val="0"/>
              </a:spcAft>
              <a:buNone/>
              <a:defRPr sz="2200"/>
            </a:lvl5pPr>
            <a:lvl6pPr lvl="5">
              <a:spcBef>
                <a:spcPts val="0"/>
              </a:spcBef>
              <a:spcAft>
                <a:spcPts val="0"/>
              </a:spcAft>
              <a:buNone/>
              <a:defRPr sz="2200"/>
            </a:lvl6pPr>
            <a:lvl7pPr lvl="6">
              <a:spcBef>
                <a:spcPts val="0"/>
              </a:spcBef>
              <a:spcAft>
                <a:spcPts val="0"/>
              </a:spcAft>
              <a:buNone/>
              <a:defRPr sz="2200"/>
            </a:lvl7pPr>
            <a:lvl8pPr lvl="7">
              <a:spcBef>
                <a:spcPts val="0"/>
              </a:spcBef>
              <a:spcAft>
                <a:spcPts val="0"/>
              </a:spcAft>
              <a:buNone/>
              <a:defRPr sz="2200"/>
            </a:lvl8pPr>
            <a:lvl9pPr lvl="8">
              <a:spcBef>
                <a:spcPts val="0"/>
              </a:spcBef>
              <a:spcAft>
                <a:spcPts val="0"/>
              </a:spcAft>
              <a:buNone/>
              <a:defRPr sz="2200"/>
            </a:lvl9pPr>
          </a:lstStyle>
          <a:p/>
        </p:txBody>
      </p:sp>
      <p:sp>
        <p:nvSpPr>
          <p:cNvPr id="199" name="Google Shape;199;p20"/>
          <p:cNvSpPr txBox="1"/>
          <p:nvPr>
            <p:ph idx="1" type="body"/>
          </p:nvPr>
        </p:nvSpPr>
        <p:spPr>
          <a:xfrm>
            <a:off x="361975" y="3541582"/>
            <a:ext cx="3777000" cy="1044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00" name="Google Shape;200;p2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1" name="Google Shape;201;p20"/>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202" name="Shape 202"/>
        <p:cNvGrpSpPr/>
        <p:nvPr/>
      </p:nvGrpSpPr>
      <p:grpSpPr>
        <a:xfrm>
          <a:off x="0" y="0"/>
          <a:ext cx="0" cy="0"/>
          <a:chOff x="0" y="0"/>
          <a:chExt cx="0" cy="0"/>
        </a:xfrm>
      </p:grpSpPr>
      <p:sp>
        <p:nvSpPr>
          <p:cNvPr id="203" name="Google Shape;203;p2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4" name="Google Shape;204;p2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5" name="Google Shape;205;p21"/>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06" name="Google Shape;206;p21"/>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07" name="Google Shape;207;p21"/>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sz="2200"/>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08" name="Google Shape;208;p21"/>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209" name="Shape 209"/>
        <p:cNvGrpSpPr/>
        <p:nvPr/>
      </p:nvGrpSpPr>
      <p:grpSpPr>
        <a:xfrm>
          <a:off x="0" y="0"/>
          <a:ext cx="0" cy="0"/>
          <a:chOff x="0" y="0"/>
          <a:chExt cx="0" cy="0"/>
        </a:xfrm>
      </p:grpSpPr>
      <p:sp>
        <p:nvSpPr>
          <p:cNvPr id="210" name="Google Shape;210;p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1" name="Google Shape;211;p2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22"/>
          <p:cNvSpPr txBox="1"/>
          <p:nvPr>
            <p:ph idx="2" type="subTitle"/>
          </p:nvPr>
        </p:nvSpPr>
        <p:spPr>
          <a:xfrm>
            <a:off x="3154650" y="1051772"/>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13" name="Google Shape;213;p22"/>
          <p:cNvSpPr txBox="1"/>
          <p:nvPr>
            <p:ph type="title"/>
          </p:nvPr>
        </p:nvSpPr>
        <p:spPr>
          <a:xfrm>
            <a:off x="3154650" y="1801500"/>
            <a:ext cx="5622000" cy="2832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lvl1pPr>
            <a:lvl2pPr lvl="1">
              <a:lnSpc>
                <a:spcPct val="90000"/>
              </a:lnSpc>
              <a:spcBef>
                <a:spcPts val="0"/>
              </a:spcBef>
              <a:spcAft>
                <a:spcPts val="0"/>
              </a:spcAft>
              <a:buNone/>
              <a:defRPr sz="2800"/>
            </a:lvl2pPr>
            <a:lvl3pPr lvl="2">
              <a:lnSpc>
                <a:spcPct val="90000"/>
              </a:lnSpc>
              <a:spcBef>
                <a:spcPts val="0"/>
              </a:spcBef>
              <a:spcAft>
                <a:spcPts val="0"/>
              </a:spcAft>
              <a:buNone/>
              <a:defRPr sz="2800"/>
            </a:lvl3pPr>
            <a:lvl4pPr lvl="3">
              <a:lnSpc>
                <a:spcPct val="90000"/>
              </a:lnSpc>
              <a:spcBef>
                <a:spcPts val="0"/>
              </a:spcBef>
              <a:spcAft>
                <a:spcPts val="0"/>
              </a:spcAft>
              <a:buNone/>
              <a:defRPr sz="2800"/>
            </a:lvl4pPr>
            <a:lvl5pPr lvl="4">
              <a:lnSpc>
                <a:spcPct val="90000"/>
              </a:lnSpc>
              <a:spcBef>
                <a:spcPts val="0"/>
              </a:spcBef>
              <a:spcAft>
                <a:spcPts val="0"/>
              </a:spcAft>
              <a:buNone/>
              <a:defRPr sz="2800"/>
            </a:lvl5pPr>
            <a:lvl6pPr lvl="5">
              <a:lnSpc>
                <a:spcPct val="90000"/>
              </a:lnSpc>
              <a:spcBef>
                <a:spcPts val="0"/>
              </a:spcBef>
              <a:spcAft>
                <a:spcPts val="0"/>
              </a:spcAft>
              <a:buNone/>
              <a:defRPr sz="2800"/>
            </a:lvl6pPr>
            <a:lvl7pPr lvl="6">
              <a:lnSpc>
                <a:spcPct val="90000"/>
              </a:lnSpc>
              <a:spcBef>
                <a:spcPts val="0"/>
              </a:spcBef>
              <a:spcAft>
                <a:spcPts val="0"/>
              </a:spcAft>
              <a:buNone/>
              <a:defRPr sz="2800"/>
            </a:lvl7pPr>
            <a:lvl8pPr lvl="7">
              <a:lnSpc>
                <a:spcPct val="90000"/>
              </a:lnSpc>
              <a:spcBef>
                <a:spcPts val="0"/>
              </a:spcBef>
              <a:spcAft>
                <a:spcPts val="0"/>
              </a:spcAft>
              <a:buNone/>
              <a:defRPr sz="2800"/>
            </a:lvl8pPr>
            <a:lvl9pPr lvl="8">
              <a:lnSpc>
                <a:spcPct val="90000"/>
              </a:lnSpc>
              <a:spcBef>
                <a:spcPts val="0"/>
              </a:spcBef>
              <a:spcAft>
                <a:spcPts val="0"/>
              </a:spcAft>
              <a:buNone/>
              <a:defRPr sz="2800"/>
            </a:lvl9pPr>
          </a:lstStyle>
          <a:p/>
        </p:txBody>
      </p:sp>
      <p:sp>
        <p:nvSpPr>
          <p:cNvPr id="214" name="Google Shape;214;p22"/>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215" name="Shape 215"/>
        <p:cNvGrpSpPr/>
        <p:nvPr/>
      </p:nvGrpSpPr>
      <p:grpSpPr>
        <a:xfrm>
          <a:off x="0" y="0"/>
          <a:ext cx="0" cy="0"/>
          <a:chOff x="0" y="0"/>
          <a:chExt cx="0" cy="0"/>
        </a:xfrm>
      </p:grpSpPr>
      <p:sp>
        <p:nvSpPr>
          <p:cNvPr id="216" name="Google Shape;216;p23"/>
          <p:cNvSpPr/>
          <p:nvPr>
            <p:ph idx="2" type="pic"/>
          </p:nvPr>
        </p:nvSpPr>
        <p:spPr>
          <a:xfrm>
            <a:off x="361975" y="781775"/>
            <a:ext cx="2872800" cy="3783300"/>
          </a:xfrm>
          <a:prstGeom prst="rect">
            <a:avLst/>
          </a:prstGeom>
          <a:noFill/>
          <a:ln>
            <a:noFill/>
          </a:ln>
        </p:spPr>
      </p:sp>
      <p:sp>
        <p:nvSpPr>
          <p:cNvPr id="217" name="Google Shape;217;p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8" name="Google Shape;218;p2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9" name="Google Shape;219;p23"/>
          <p:cNvSpPr txBox="1"/>
          <p:nvPr>
            <p:ph idx="3" type="subTitle"/>
          </p:nvPr>
        </p:nvSpPr>
        <p:spPr>
          <a:xfrm>
            <a:off x="3657600" y="1051772"/>
            <a:ext cx="4163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20" name="Google Shape;220;p23"/>
          <p:cNvSpPr txBox="1"/>
          <p:nvPr>
            <p:ph type="title"/>
          </p:nvPr>
        </p:nvSpPr>
        <p:spPr>
          <a:xfrm>
            <a:off x="3657600" y="1555450"/>
            <a:ext cx="5622000" cy="1750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solidFill>
                  <a:schemeClr val="dk1"/>
                </a:solidFill>
              </a:defRPr>
            </a:lvl1pPr>
            <a:lvl2pPr lvl="1">
              <a:lnSpc>
                <a:spcPct val="90000"/>
              </a:lnSpc>
              <a:spcBef>
                <a:spcPts val="0"/>
              </a:spcBef>
              <a:spcAft>
                <a:spcPts val="0"/>
              </a:spcAft>
              <a:buNone/>
              <a:defRPr sz="2800">
                <a:solidFill>
                  <a:schemeClr val="dk1"/>
                </a:solidFill>
              </a:defRPr>
            </a:lvl2pPr>
            <a:lvl3pPr lvl="2">
              <a:lnSpc>
                <a:spcPct val="90000"/>
              </a:lnSpc>
              <a:spcBef>
                <a:spcPts val="0"/>
              </a:spcBef>
              <a:spcAft>
                <a:spcPts val="0"/>
              </a:spcAft>
              <a:buNone/>
              <a:defRPr sz="2800">
                <a:solidFill>
                  <a:schemeClr val="dk1"/>
                </a:solidFill>
              </a:defRPr>
            </a:lvl3pPr>
            <a:lvl4pPr lvl="3">
              <a:lnSpc>
                <a:spcPct val="90000"/>
              </a:lnSpc>
              <a:spcBef>
                <a:spcPts val="0"/>
              </a:spcBef>
              <a:spcAft>
                <a:spcPts val="0"/>
              </a:spcAft>
              <a:buNone/>
              <a:defRPr sz="2800">
                <a:solidFill>
                  <a:schemeClr val="dk1"/>
                </a:solidFill>
              </a:defRPr>
            </a:lvl4pPr>
            <a:lvl5pPr lvl="4">
              <a:lnSpc>
                <a:spcPct val="90000"/>
              </a:lnSpc>
              <a:spcBef>
                <a:spcPts val="0"/>
              </a:spcBef>
              <a:spcAft>
                <a:spcPts val="0"/>
              </a:spcAft>
              <a:buNone/>
              <a:defRPr sz="2800">
                <a:solidFill>
                  <a:schemeClr val="dk1"/>
                </a:solidFill>
              </a:defRPr>
            </a:lvl5pPr>
            <a:lvl6pPr lvl="5">
              <a:lnSpc>
                <a:spcPct val="90000"/>
              </a:lnSpc>
              <a:spcBef>
                <a:spcPts val="0"/>
              </a:spcBef>
              <a:spcAft>
                <a:spcPts val="0"/>
              </a:spcAft>
              <a:buNone/>
              <a:defRPr sz="2800">
                <a:solidFill>
                  <a:schemeClr val="dk1"/>
                </a:solidFill>
              </a:defRPr>
            </a:lvl6pPr>
            <a:lvl7pPr lvl="6">
              <a:lnSpc>
                <a:spcPct val="90000"/>
              </a:lnSpc>
              <a:spcBef>
                <a:spcPts val="0"/>
              </a:spcBef>
              <a:spcAft>
                <a:spcPts val="0"/>
              </a:spcAft>
              <a:buNone/>
              <a:defRPr sz="2800">
                <a:solidFill>
                  <a:schemeClr val="dk1"/>
                </a:solidFill>
              </a:defRPr>
            </a:lvl7pPr>
            <a:lvl8pPr lvl="7">
              <a:lnSpc>
                <a:spcPct val="90000"/>
              </a:lnSpc>
              <a:spcBef>
                <a:spcPts val="0"/>
              </a:spcBef>
              <a:spcAft>
                <a:spcPts val="0"/>
              </a:spcAft>
              <a:buNone/>
              <a:defRPr sz="2800">
                <a:solidFill>
                  <a:schemeClr val="dk1"/>
                </a:solidFill>
              </a:defRPr>
            </a:lvl8pPr>
            <a:lvl9pPr lvl="8">
              <a:lnSpc>
                <a:spcPct val="90000"/>
              </a:lnSpc>
              <a:spcBef>
                <a:spcPts val="0"/>
              </a:spcBef>
              <a:spcAft>
                <a:spcPts val="0"/>
              </a:spcAft>
              <a:buNone/>
              <a:defRPr sz="2800">
                <a:solidFill>
                  <a:schemeClr val="dk1"/>
                </a:solidFill>
              </a:defRPr>
            </a:lvl9pPr>
          </a:lstStyle>
          <a:p/>
        </p:txBody>
      </p:sp>
      <p:sp>
        <p:nvSpPr>
          <p:cNvPr id="221" name="Google Shape;221;p23"/>
          <p:cNvSpPr txBox="1"/>
          <p:nvPr>
            <p:ph idx="4" type="body"/>
          </p:nvPr>
        </p:nvSpPr>
        <p:spPr>
          <a:xfrm>
            <a:off x="3657600" y="3556575"/>
            <a:ext cx="3554400" cy="1029300"/>
          </a:xfrm>
          <a:prstGeom prst="rect">
            <a:avLst/>
          </a:prstGeom>
        </p:spPr>
        <p:txBody>
          <a:bodyPr anchorCtr="0" anchor="b" bIns="0" lIns="0" spcFirstLastPara="1" rIns="0" wrap="square" tIns="0">
            <a:sp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222" name="Shape 222"/>
        <p:cNvGrpSpPr/>
        <p:nvPr/>
      </p:nvGrpSpPr>
      <p:grpSpPr>
        <a:xfrm>
          <a:off x="0" y="0"/>
          <a:ext cx="0" cy="0"/>
          <a:chOff x="0" y="0"/>
          <a:chExt cx="0" cy="0"/>
        </a:xfrm>
      </p:grpSpPr>
      <p:pic>
        <p:nvPicPr>
          <p:cNvPr descr="The reflective glass facade of a skyscraper. " id="223" name="Google Shape;223;p24"/>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24" name="Google Shape;224;p2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2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p24"/>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a:buChar char="●"/>
              <a:defRPr sz="1000"/>
            </a:lvl1pPr>
            <a:lvl2pPr indent="-292100" lvl="1" marL="914400" algn="ctr">
              <a:spcBef>
                <a:spcPts val="800"/>
              </a:spcBef>
              <a:spcAft>
                <a:spcPts val="0"/>
              </a:spcAft>
              <a:buClr>
                <a:schemeClr val="lt1"/>
              </a:buClr>
              <a:buSzPts val="1000"/>
              <a:buFont typeface="DM Sans"/>
              <a:buChar char="○"/>
              <a:defRPr sz="1000"/>
            </a:lvl2pPr>
            <a:lvl3pPr indent="-292100" lvl="2" marL="1371600" algn="ctr">
              <a:spcBef>
                <a:spcPts val="800"/>
              </a:spcBef>
              <a:spcAft>
                <a:spcPts val="0"/>
              </a:spcAft>
              <a:buClr>
                <a:schemeClr val="lt1"/>
              </a:buClr>
              <a:buSzPts val="1000"/>
              <a:buFont typeface="DM Sans"/>
              <a:buChar char="■"/>
              <a:defRPr sz="1000"/>
            </a:lvl3pPr>
            <a:lvl4pPr indent="-292100" lvl="3" marL="1828800" algn="ctr">
              <a:spcBef>
                <a:spcPts val="800"/>
              </a:spcBef>
              <a:spcAft>
                <a:spcPts val="0"/>
              </a:spcAft>
              <a:buClr>
                <a:schemeClr val="lt1"/>
              </a:buClr>
              <a:buSzPts val="1000"/>
              <a:buFont typeface="DM Sans"/>
              <a:buChar char="●"/>
              <a:defRPr sz="1000"/>
            </a:lvl4pPr>
            <a:lvl5pPr indent="-292100" lvl="4" marL="2286000" algn="ctr">
              <a:spcBef>
                <a:spcPts val="800"/>
              </a:spcBef>
              <a:spcAft>
                <a:spcPts val="0"/>
              </a:spcAft>
              <a:buClr>
                <a:schemeClr val="lt1"/>
              </a:buClr>
              <a:buSzPts val="1000"/>
              <a:buFont typeface="DM Sans"/>
              <a:buChar char="○"/>
              <a:defRPr sz="1000"/>
            </a:lvl5pPr>
            <a:lvl6pPr indent="-292100" lvl="5" marL="2743200" algn="ctr">
              <a:spcBef>
                <a:spcPts val="800"/>
              </a:spcBef>
              <a:spcAft>
                <a:spcPts val="0"/>
              </a:spcAft>
              <a:buClr>
                <a:schemeClr val="lt1"/>
              </a:buClr>
              <a:buSzPts val="1000"/>
              <a:buFont typeface="DM Sans"/>
              <a:buChar char="■"/>
              <a:defRPr sz="1000"/>
            </a:lvl6pPr>
            <a:lvl7pPr indent="-292100" lvl="6" marL="3200400" algn="ctr">
              <a:spcBef>
                <a:spcPts val="800"/>
              </a:spcBef>
              <a:spcAft>
                <a:spcPts val="0"/>
              </a:spcAft>
              <a:buClr>
                <a:schemeClr val="lt1"/>
              </a:buClr>
              <a:buSzPts val="1000"/>
              <a:buFont typeface="DM Sans"/>
              <a:buChar char="●"/>
              <a:defRPr sz="1000"/>
            </a:lvl7pPr>
            <a:lvl8pPr indent="-292100" lvl="7" marL="3657600" algn="ctr">
              <a:spcBef>
                <a:spcPts val="800"/>
              </a:spcBef>
              <a:spcAft>
                <a:spcPts val="0"/>
              </a:spcAft>
              <a:buClr>
                <a:schemeClr val="lt1"/>
              </a:buClr>
              <a:buSzPts val="1000"/>
              <a:buFont typeface="DM Sans"/>
              <a:buChar char="○"/>
              <a:defRPr sz="1000"/>
            </a:lvl8pPr>
            <a:lvl9pPr indent="-292100" lvl="8" marL="4114800" algn="ctr">
              <a:spcBef>
                <a:spcPts val="800"/>
              </a:spcBef>
              <a:spcAft>
                <a:spcPts val="800"/>
              </a:spcAft>
              <a:buClr>
                <a:schemeClr val="lt1"/>
              </a:buClr>
              <a:buSzPts val="1000"/>
              <a:buFont typeface="DM Sans"/>
              <a:buChar char="■"/>
              <a:defRPr sz="1000"/>
            </a:lvl9pPr>
          </a:lstStyle>
          <a:p/>
        </p:txBody>
      </p:sp>
      <p:sp>
        <p:nvSpPr>
          <p:cNvPr id="227" name="Google Shape;227;p24"/>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28" name="Google Shape;228;p24"/>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29" name="Google Shape;229;p24"/>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230" name="Shape 230"/>
        <p:cNvGrpSpPr/>
        <p:nvPr/>
      </p:nvGrpSpPr>
      <p:grpSpPr>
        <a:xfrm>
          <a:off x="0" y="0"/>
          <a:ext cx="0" cy="0"/>
          <a:chOff x="0" y="0"/>
          <a:chExt cx="0" cy="0"/>
        </a:xfrm>
      </p:grpSpPr>
      <p:pic>
        <p:nvPicPr>
          <p:cNvPr descr="A modern glass skyscraper. " id="231" name="Google Shape;231;p25"/>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32" name="Google Shape;232;p2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2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4" name="Google Shape;234;p25"/>
          <p:cNvSpPr txBox="1"/>
          <p:nvPr>
            <p:ph idx="2"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35" name="Google Shape;235;p25"/>
          <p:cNvSpPr txBox="1"/>
          <p:nvPr>
            <p:ph type="title"/>
          </p:nvPr>
        </p:nvSpPr>
        <p:spPr>
          <a:xfrm>
            <a:off x="1128900" y="1430400"/>
            <a:ext cx="6886200" cy="2282700"/>
          </a:xfrm>
          <a:prstGeom prst="rect">
            <a:avLst/>
          </a:prstGeom>
        </p:spPr>
        <p:txBody>
          <a:bodyPr anchorCtr="0" anchor="ctr" bIns="0" lIns="0" spcFirstLastPara="1" rIns="0" wrap="square" tIns="0">
            <a:noAutofit/>
          </a:bodyPr>
          <a:lstStyle>
            <a:lvl1pPr lvl="0" algn="ctr">
              <a:spcBef>
                <a:spcPts val="0"/>
              </a:spcBef>
              <a:spcAft>
                <a:spcPts val="0"/>
              </a:spcAft>
              <a:buNone/>
              <a:defRPr sz="2800"/>
            </a:lvl1pPr>
            <a:lvl2pPr lvl="1" algn="ctr">
              <a:lnSpc>
                <a:spcPct val="115000"/>
              </a:lnSpc>
              <a:spcBef>
                <a:spcPts val="0"/>
              </a:spcBef>
              <a:spcAft>
                <a:spcPts val="0"/>
              </a:spcAft>
              <a:buNone/>
              <a:defRPr/>
            </a:lvl2pPr>
            <a:lvl3pPr lvl="2" algn="ctr">
              <a:lnSpc>
                <a:spcPct val="115000"/>
              </a:lnSpc>
              <a:spcBef>
                <a:spcPts val="0"/>
              </a:spcBef>
              <a:spcAft>
                <a:spcPts val="0"/>
              </a:spcAft>
              <a:buNone/>
              <a:defRPr/>
            </a:lvl3pPr>
            <a:lvl4pPr lvl="3" algn="ctr">
              <a:lnSpc>
                <a:spcPct val="115000"/>
              </a:lnSpc>
              <a:spcBef>
                <a:spcPts val="0"/>
              </a:spcBef>
              <a:spcAft>
                <a:spcPts val="0"/>
              </a:spcAft>
              <a:buNone/>
              <a:defRPr/>
            </a:lvl4pPr>
            <a:lvl5pPr lvl="4" algn="ctr">
              <a:lnSpc>
                <a:spcPct val="115000"/>
              </a:lnSpc>
              <a:spcBef>
                <a:spcPts val="0"/>
              </a:spcBef>
              <a:spcAft>
                <a:spcPts val="0"/>
              </a:spcAft>
              <a:buNone/>
              <a:defRPr/>
            </a:lvl5pPr>
            <a:lvl6pPr lvl="5" algn="ctr">
              <a:lnSpc>
                <a:spcPct val="115000"/>
              </a:lnSpc>
              <a:spcBef>
                <a:spcPts val="0"/>
              </a:spcBef>
              <a:spcAft>
                <a:spcPts val="0"/>
              </a:spcAft>
              <a:buNone/>
              <a:defRPr/>
            </a:lvl6pPr>
            <a:lvl7pPr lvl="6" algn="ctr">
              <a:lnSpc>
                <a:spcPct val="115000"/>
              </a:lnSpc>
              <a:spcBef>
                <a:spcPts val="0"/>
              </a:spcBef>
              <a:spcAft>
                <a:spcPts val="0"/>
              </a:spcAft>
              <a:buNone/>
              <a:defRPr/>
            </a:lvl7pPr>
            <a:lvl8pPr lvl="7" algn="ctr">
              <a:lnSpc>
                <a:spcPct val="115000"/>
              </a:lnSpc>
              <a:spcBef>
                <a:spcPts val="0"/>
              </a:spcBef>
              <a:spcAft>
                <a:spcPts val="0"/>
              </a:spcAft>
              <a:buNone/>
              <a:defRPr/>
            </a:lvl8pPr>
            <a:lvl9pPr lvl="8" algn="ctr">
              <a:lnSpc>
                <a:spcPct val="115000"/>
              </a:lnSpc>
              <a:spcBef>
                <a:spcPts val="0"/>
              </a:spcBef>
              <a:spcAft>
                <a:spcPts val="0"/>
              </a:spcAft>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236" name="Shape 236"/>
        <p:cNvGrpSpPr/>
        <p:nvPr/>
      </p:nvGrpSpPr>
      <p:grpSpPr>
        <a:xfrm>
          <a:off x="0" y="0"/>
          <a:ext cx="0" cy="0"/>
          <a:chOff x="0" y="0"/>
          <a:chExt cx="0" cy="0"/>
        </a:xfrm>
      </p:grpSpPr>
      <p:cxnSp>
        <p:nvCxnSpPr>
          <p:cNvPr id="237" name="Google Shape;237;p26"/>
          <p:cNvCxnSpPr/>
          <p:nvPr/>
        </p:nvCxnSpPr>
        <p:spPr>
          <a:xfrm>
            <a:off x="6096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38" name="Google Shape;238;p26"/>
          <p:cNvCxnSpPr/>
          <p:nvPr/>
        </p:nvCxnSpPr>
        <p:spPr>
          <a:xfrm>
            <a:off x="3048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39" name="Google Shape;239;p26"/>
          <p:cNvCxnSpPr/>
          <p:nvPr/>
        </p:nvCxnSpPr>
        <p:spPr>
          <a:xfrm>
            <a:off x="50" y="3174279"/>
            <a:ext cx="9144000" cy="0"/>
          </a:xfrm>
          <a:prstGeom prst="straightConnector1">
            <a:avLst/>
          </a:prstGeom>
          <a:noFill/>
          <a:ln cap="flat" cmpd="sng" w="19050">
            <a:solidFill>
              <a:schemeClr val="lt1"/>
            </a:solidFill>
            <a:prstDash val="solid"/>
            <a:round/>
            <a:headEnd len="med" w="med" type="none"/>
            <a:tailEnd len="med" w="med" type="none"/>
          </a:ln>
        </p:spPr>
      </p:cxnSp>
      <p:sp>
        <p:nvSpPr>
          <p:cNvPr id="240" name="Google Shape;240;p26"/>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41" name="Google Shape;241;p26"/>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2" name="Google Shape;242;p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3" name="Google Shape;243;p26"/>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4" name="Google Shape;244;p26"/>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45" name="Google Shape;245;p26"/>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46" name="Google Shape;246;p26"/>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7" name="Google Shape;247;p26"/>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48" name="Google Shape;248;p26"/>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9" name="Google Shape;249;p26"/>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50" name="Google Shape;250;p26"/>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51" name="Google Shape;251;p26"/>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52" name="Google Shape;252;p26"/>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53" name="Google Shape;253;p26"/>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54" name="Google Shape;254;p26"/>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255" name="Shape 255"/>
        <p:cNvGrpSpPr/>
        <p:nvPr/>
      </p:nvGrpSpPr>
      <p:grpSpPr>
        <a:xfrm>
          <a:off x="0" y="0"/>
          <a:ext cx="0" cy="0"/>
          <a:chOff x="0" y="0"/>
          <a:chExt cx="0" cy="0"/>
        </a:xfrm>
      </p:grpSpPr>
      <p:sp>
        <p:nvSpPr>
          <p:cNvPr id="256" name="Google Shape;256;p27"/>
          <p:cNvSpPr txBox="1"/>
          <p:nvPr>
            <p:ph idx="1" type="subTitle"/>
          </p:nvPr>
        </p:nvSpPr>
        <p:spPr>
          <a:xfrm>
            <a:off x="742900" y="2158550"/>
            <a:ext cx="3213000" cy="138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57" name="Google Shape;257;p27"/>
          <p:cNvSpPr txBox="1"/>
          <p:nvPr>
            <p:ph idx="2" type="body"/>
          </p:nvPr>
        </p:nvSpPr>
        <p:spPr>
          <a:xfrm>
            <a:off x="742900" y="2381875"/>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58" name="Google Shape;258;p27"/>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259" name="Google Shape;259;p27"/>
          <p:cNvSpPr txBox="1"/>
          <p:nvPr>
            <p:ph type="title"/>
          </p:nvPr>
        </p:nvSpPr>
        <p:spPr>
          <a:xfrm>
            <a:off x="361975" y="988550"/>
            <a:ext cx="4297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60" name="Google Shape;260;p27"/>
          <p:cNvSpPr txBox="1"/>
          <p:nvPr>
            <p:ph idx="4"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 name="Google Shape;261;p2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2" name="Google Shape;262;p27"/>
          <p:cNvSpPr txBox="1"/>
          <p:nvPr>
            <p:ph idx="5"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3" name="Google Shape;263;p27"/>
          <p:cNvSpPr txBox="1"/>
          <p:nvPr>
            <p:ph idx="6" type="subTitle"/>
          </p:nvPr>
        </p:nvSpPr>
        <p:spPr>
          <a:xfrm>
            <a:off x="5785175" y="3335324"/>
            <a:ext cx="299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4" name="Google Shape;264;p27"/>
          <p:cNvSpPr txBox="1"/>
          <p:nvPr>
            <p:ph idx="7" type="subTitle"/>
          </p:nvPr>
        </p:nvSpPr>
        <p:spPr>
          <a:xfrm>
            <a:off x="742900" y="3910855"/>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65" name="Google Shape;265;p27"/>
          <p:cNvSpPr txBox="1"/>
          <p:nvPr>
            <p:ph idx="8" type="body"/>
          </p:nvPr>
        </p:nvSpPr>
        <p:spPr>
          <a:xfrm>
            <a:off x="742900" y="4134180"/>
            <a:ext cx="3213000" cy="461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66" name="Google Shape;266;p27"/>
          <p:cNvSpPr txBox="1"/>
          <p:nvPr>
            <p:ph idx="9" type="subTitle"/>
          </p:nvPr>
        </p:nvSpPr>
        <p:spPr>
          <a:xfrm>
            <a:off x="742900" y="3050778"/>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67" name="Google Shape;267;p27"/>
          <p:cNvSpPr txBox="1"/>
          <p:nvPr>
            <p:ph idx="13" type="body"/>
          </p:nvPr>
        </p:nvSpPr>
        <p:spPr>
          <a:xfrm>
            <a:off x="742900" y="3274103"/>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68" name="Google Shape;268;p27"/>
          <p:cNvSpPr txBox="1"/>
          <p:nvPr>
            <p:ph idx="14" type="body"/>
          </p:nvPr>
        </p:nvSpPr>
        <p:spPr>
          <a:xfrm>
            <a:off x="5785175" y="4134175"/>
            <a:ext cx="2991600" cy="4617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269" name="Shape 269"/>
        <p:cNvGrpSpPr/>
        <p:nvPr/>
      </p:nvGrpSpPr>
      <p:grpSpPr>
        <a:xfrm>
          <a:off x="0" y="0"/>
          <a:ext cx="0" cy="0"/>
          <a:chOff x="0" y="0"/>
          <a:chExt cx="0" cy="0"/>
        </a:xfrm>
      </p:grpSpPr>
      <p:sp>
        <p:nvSpPr>
          <p:cNvPr id="270" name="Google Shape;270;p28"/>
          <p:cNvSpPr/>
          <p:nvPr>
            <p:ph idx="2" type="pic"/>
          </p:nvPr>
        </p:nvSpPr>
        <p:spPr>
          <a:xfrm>
            <a:off x="75" y="0"/>
            <a:ext cx="2853300" cy="2436600"/>
          </a:xfrm>
          <a:prstGeom prst="rect">
            <a:avLst/>
          </a:prstGeom>
          <a:noFill/>
          <a:ln>
            <a:noFill/>
          </a:ln>
        </p:spPr>
      </p:sp>
      <p:sp>
        <p:nvSpPr>
          <p:cNvPr id="271" name="Google Shape;271;p2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2" name="Google Shape;272;p28"/>
          <p:cNvSpPr txBox="1"/>
          <p:nvPr>
            <p:ph idx="1" type="subTitle"/>
          </p:nvPr>
        </p:nvSpPr>
        <p:spPr>
          <a:xfrm>
            <a:off x="361975" y="2614325"/>
            <a:ext cx="206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273" name="Shape 273"/>
        <p:cNvGrpSpPr/>
        <p:nvPr/>
      </p:nvGrpSpPr>
      <p:grpSpPr>
        <a:xfrm>
          <a:off x="0" y="0"/>
          <a:ext cx="0" cy="0"/>
          <a:chOff x="0" y="0"/>
          <a:chExt cx="0" cy="0"/>
        </a:xfrm>
      </p:grpSpPr>
      <p:sp>
        <p:nvSpPr>
          <p:cNvPr id="274" name="Google Shape;274;p29"/>
          <p:cNvSpPr txBox="1"/>
          <p:nvPr>
            <p:ph idx="1" type="body"/>
          </p:nvPr>
        </p:nvSpPr>
        <p:spPr>
          <a:xfrm>
            <a:off x="3528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5" name="Google Shape;275;p29"/>
          <p:cNvSpPr txBox="1"/>
          <p:nvPr>
            <p:ph idx="2" type="body"/>
          </p:nvPr>
        </p:nvSpPr>
        <p:spPr>
          <a:xfrm>
            <a:off x="7187875"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6" name="Google Shape;276;p29"/>
          <p:cNvSpPr txBox="1"/>
          <p:nvPr>
            <p:ph idx="3" type="body"/>
          </p:nvPr>
        </p:nvSpPr>
        <p:spPr>
          <a:xfrm>
            <a:off x="49244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7" name="Google Shape;277;p29"/>
          <p:cNvSpPr txBox="1"/>
          <p:nvPr>
            <p:ph idx="4" type="body"/>
          </p:nvPr>
        </p:nvSpPr>
        <p:spPr>
          <a:xfrm>
            <a:off x="2643063"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8" name="Google Shape;278;p29"/>
          <p:cNvSpPr/>
          <p:nvPr>
            <p:ph idx="5" type="pic"/>
          </p:nvPr>
        </p:nvSpPr>
        <p:spPr>
          <a:xfrm>
            <a:off x="2941550" y="1923334"/>
            <a:ext cx="991800" cy="991800"/>
          </a:xfrm>
          <a:prstGeom prst="rect">
            <a:avLst/>
          </a:prstGeom>
          <a:noFill/>
          <a:ln>
            <a:noFill/>
          </a:ln>
        </p:spPr>
      </p:sp>
      <p:sp>
        <p:nvSpPr>
          <p:cNvPr id="279" name="Google Shape;279;p29"/>
          <p:cNvSpPr/>
          <p:nvPr>
            <p:ph idx="6" type="pic"/>
          </p:nvPr>
        </p:nvSpPr>
        <p:spPr>
          <a:xfrm>
            <a:off x="5227063" y="1923334"/>
            <a:ext cx="991800" cy="991800"/>
          </a:xfrm>
          <a:prstGeom prst="rect">
            <a:avLst/>
          </a:prstGeom>
          <a:noFill/>
          <a:ln>
            <a:noFill/>
          </a:ln>
        </p:spPr>
      </p:sp>
      <p:sp>
        <p:nvSpPr>
          <p:cNvPr id="280" name="Google Shape;280;p29"/>
          <p:cNvSpPr/>
          <p:nvPr>
            <p:ph idx="7" type="pic"/>
          </p:nvPr>
        </p:nvSpPr>
        <p:spPr>
          <a:xfrm>
            <a:off x="7495263" y="1923334"/>
            <a:ext cx="991800" cy="991800"/>
          </a:xfrm>
          <a:prstGeom prst="rect">
            <a:avLst/>
          </a:prstGeom>
          <a:noFill/>
          <a:ln>
            <a:noFill/>
          </a:ln>
        </p:spPr>
      </p:sp>
      <p:cxnSp>
        <p:nvCxnSpPr>
          <p:cNvPr id="281" name="Google Shape;281;p29"/>
          <p:cNvCxnSpPr/>
          <p:nvPr/>
        </p:nvCxnSpPr>
        <p:spPr>
          <a:xfrm>
            <a:off x="22861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282" name="Google Shape;282;p29"/>
          <p:cNvCxnSpPr/>
          <p:nvPr/>
        </p:nvCxnSpPr>
        <p:spPr>
          <a:xfrm>
            <a:off x="45805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283" name="Google Shape;283;p29"/>
          <p:cNvCxnSpPr/>
          <p:nvPr/>
        </p:nvCxnSpPr>
        <p:spPr>
          <a:xfrm>
            <a:off x="6857075" y="1801500"/>
            <a:ext cx="0" cy="3342000"/>
          </a:xfrm>
          <a:prstGeom prst="straightConnector1">
            <a:avLst/>
          </a:prstGeom>
          <a:noFill/>
          <a:ln cap="flat" cmpd="sng" w="19050">
            <a:solidFill>
              <a:schemeClr val="lt1"/>
            </a:solidFill>
            <a:prstDash val="solid"/>
            <a:round/>
            <a:headEnd len="med" w="med" type="none"/>
            <a:tailEnd len="med" w="med" type="none"/>
          </a:ln>
        </p:spPr>
      </p:cxnSp>
      <p:sp>
        <p:nvSpPr>
          <p:cNvPr id="284" name="Google Shape;284;p29"/>
          <p:cNvSpPr/>
          <p:nvPr>
            <p:ph idx="8" type="pic"/>
          </p:nvPr>
        </p:nvSpPr>
        <p:spPr>
          <a:xfrm>
            <a:off x="651288" y="1923334"/>
            <a:ext cx="991800" cy="991800"/>
          </a:xfrm>
          <a:prstGeom prst="rect">
            <a:avLst/>
          </a:prstGeom>
          <a:noFill/>
          <a:ln>
            <a:noFill/>
          </a:ln>
        </p:spPr>
      </p:sp>
      <p:sp>
        <p:nvSpPr>
          <p:cNvPr id="285" name="Google Shape;285;p29"/>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86" name="Google Shape;286;p2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7" name="Google Shape;287;p29"/>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88" name="Google Shape;288;p29"/>
          <p:cNvSpPr txBox="1"/>
          <p:nvPr>
            <p:ph idx="13" type="subTitle"/>
          </p:nvPr>
        </p:nvSpPr>
        <p:spPr>
          <a:xfrm>
            <a:off x="3532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89" name="Google Shape;289;p29"/>
          <p:cNvSpPr txBox="1"/>
          <p:nvPr>
            <p:ph idx="14" type="subTitle"/>
          </p:nvPr>
        </p:nvSpPr>
        <p:spPr>
          <a:xfrm>
            <a:off x="3532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0" name="Google Shape;290;p29"/>
          <p:cNvSpPr txBox="1"/>
          <p:nvPr>
            <p:ph idx="15" type="subTitle"/>
          </p:nvPr>
        </p:nvSpPr>
        <p:spPr>
          <a:xfrm>
            <a:off x="3532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1" name="Google Shape;291;p29"/>
          <p:cNvSpPr txBox="1"/>
          <p:nvPr>
            <p:ph idx="16" type="subTitle"/>
          </p:nvPr>
        </p:nvSpPr>
        <p:spPr>
          <a:xfrm>
            <a:off x="7188325"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92" name="Google Shape;292;p29"/>
          <p:cNvSpPr txBox="1"/>
          <p:nvPr>
            <p:ph idx="17" type="subTitle"/>
          </p:nvPr>
        </p:nvSpPr>
        <p:spPr>
          <a:xfrm>
            <a:off x="7188325"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3" name="Google Shape;293;p29"/>
          <p:cNvSpPr txBox="1"/>
          <p:nvPr>
            <p:ph idx="18" type="subTitle"/>
          </p:nvPr>
        </p:nvSpPr>
        <p:spPr>
          <a:xfrm>
            <a:off x="7188325"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4" name="Google Shape;294;p29"/>
          <p:cNvSpPr txBox="1"/>
          <p:nvPr>
            <p:ph idx="19" type="subTitle"/>
          </p:nvPr>
        </p:nvSpPr>
        <p:spPr>
          <a:xfrm>
            <a:off x="49248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95" name="Google Shape;295;p29"/>
          <p:cNvSpPr txBox="1"/>
          <p:nvPr>
            <p:ph idx="20" type="subTitle"/>
          </p:nvPr>
        </p:nvSpPr>
        <p:spPr>
          <a:xfrm>
            <a:off x="49248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6" name="Google Shape;296;p29"/>
          <p:cNvSpPr txBox="1"/>
          <p:nvPr>
            <p:ph idx="21" type="subTitle"/>
          </p:nvPr>
        </p:nvSpPr>
        <p:spPr>
          <a:xfrm>
            <a:off x="49248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7" name="Google Shape;297;p29"/>
          <p:cNvSpPr txBox="1"/>
          <p:nvPr>
            <p:ph idx="22" type="subTitle"/>
          </p:nvPr>
        </p:nvSpPr>
        <p:spPr>
          <a:xfrm>
            <a:off x="2643513"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98" name="Google Shape;298;p29"/>
          <p:cNvSpPr txBox="1"/>
          <p:nvPr>
            <p:ph idx="23" type="subTitle"/>
          </p:nvPr>
        </p:nvSpPr>
        <p:spPr>
          <a:xfrm>
            <a:off x="2643513"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9" name="Google Shape;299;p29"/>
          <p:cNvSpPr txBox="1"/>
          <p:nvPr>
            <p:ph idx="24" type="subTitle"/>
          </p:nvPr>
        </p:nvSpPr>
        <p:spPr>
          <a:xfrm>
            <a:off x="2643513"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300" name="Shape 300"/>
        <p:cNvGrpSpPr/>
        <p:nvPr/>
      </p:nvGrpSpPr>
      <p:grpSpPr>
        <a:xfrm>
          <a:off x="0" y="0"/>
          <a:ext cx="0" cy="0"/>
          <a:chOff x="0" y="0"/>
          <a:chExt cx="0" cy="0"/>
        </a:xfrm>
      </p:grpSpPr>
      <p:sp>
        <p:nvSpPr>
          <p:cNvPr id="301" name="Google Shape;301;p30"/>
          <p:cNvSpPr txBox="1"/>
          <p:nvPr>
            <p:ph idx="1" type="subTitle"/>
          </p:nvPr>
        </p:nvSpPr>
        <p:spPr>
          <a:xfrm>
            <a:off x="675060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02" name="Google Shape;302;p30"/>
          <p:cNvSpPr txBox="1"/>
          <p:nvPr>
            <p:ph idx="2" type="subTitle"/>
          </p:nvPr>
        </p:nvSpPr>
        <p:spPr>
          <a:xfrm>
            <a:off x="675060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3" name="Google Shape;303;p30"/>
          <p:cNvSpPr txBox="1"/>
          <p:nvPr>
            <p:ph idx="3" type="subTitle"/>
          </p:nvPr>
        </p:nvSpPr>
        <p:spPr>
          <a:xfrm>
            <a:off x="675060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04" name="Google Shape;304;p30"/>
          <p:cNvSpPr/>
          <p:nvPr>
            <p:ph idx="4" type="pic"/>
          </p:nvPr>
        </p:nvSpPr>
        <p:spPr>
          <a:xfrm>
            <a:off x="6080709" y="1066100"/>
            <a:ext cx="530400" cy="530400"/>
          </a:xfrm>
          <a:prstGeom prst="rect">
            <a:avLst/>
          </a:prstGeom>
          <a:noFill/>
          <a:ln>
            <a:noFill/>
          </a:ln>
        </p:spPr>
      </p:sp>
      <p:sp>
        <p:nvSpPr>
          <p:cNvPr id="305" name="Google Shape;305;p30"/>
          <p:cNvSpPr txBox="1"/>
          <p:nvPr>
            <p:ph idx="5" type="subTitle"/>
          </p:nvPr>
        </p:nvSpPr>
        <p:spPr>
          <a:xfrm>
            <a:off x="382455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06" name="Google Shape;306;p30"/>
          <p:cNvSpPr txBox="1"/>
          <p:nvPr>
            <p:ph idx="6" type="subTitle"/>
          </p:nvPr>
        </p:nvSpPr>
        <p:spPr>
          <a:xfrm>
            <a:off x="382455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7" name="Google Shape;307;p30"/>
          <p:cNvSpPr txBox="1"/>
          <p:nvPr>
            <p:ph idx="7" type="subTitle"/>
          </p:nvPr>
        </p:nvSpPr>
        <p:spPr>
          <a:xfrm>
            <a:off x="382455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08" name="Google Shape;308;p30"/>
          <p:cNvSpPr/>
          <p:nvPr>
            <p:ph idx="8" type="pic"/>
          </p:nvPr>
        </p:nvSpPr>
        <p:spPr>
          <a:xfrm>
            <a:off x="3154659" y="1066100"/>
            <a:ext cx="530400" cy="530400"/>
          </a:xfrm>
          <a:prstGeom prst="rect">
            <a:avLst/>
          </a:prstGeom>
          <a:noFill/>
          <a:ln>
            <a:noFill/>
          </a:ln>
        </p:spPr>
      </p:sp>
      <p:sp>
        <p:nvSpPr>
          <p:cNvPr id="309" name="Google Shape;309;p30"/>
          <p:cNvSpPr txBox="1"/>
          <p:nvPr>
            <p:ph idx="9" type="subTitle"/>
          </p:nvPr>
        </p:nvSpPr>
        <p:spPr>
          <a:xfrm>
            <a:off x="675060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10" name="Google Shape;310;p30"/>
          <p:cNvSpPr txBox="1"/>
          <p:nvPr>
            <p:ph idx="13" type="subTitle"/>
          </p:nvPr>
        </p:nvSpPr>
        <p:spPr>
          <a:xfrm>
            <a:off x="675060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1" name="Google Shape;311;p30"/>
          <p:cNvSpPr txBox="1"/>
          <p:nvPr>
            <p:ph idx="14" type="subTitle"/>
          </p:nvPr>
        </p:nvSpPr>
        <p:spPr>
          <a:xfrm>
            <a:off x="675060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12" name="Google Shape;312;p30"/>
          <p:cNvSpPr/>
          <p:nvPr>
            <p:ph idx="15" type="pic"/>
          </p:nvPr>
        </p:nvSpPr>
        <p:spPr>
          <a:xfrm>
            <a:off x="6080709" y="1975864"/>
            <a:ext cx="530400" cy="530400"/>
          </a:xfrm>
          <a:prstGeom prst="rect">
            <a:avLst/>
          </a:prstGeom>
          <a:noFill/>
          <a:ln>
            <a:noFill/>
          </a:ln>
        </p:spPr>
      </p:sp>
      <p:sp>
        <p:nvSpPr>
          <p:cNvPr id="313" name="Google Shape;313;p30"/>
          <p:cNvSpPr txBox="1"/>
          <p:nvPr>
            <p:ph idx="16" type="subTitle"/>
          </p:nvPr>
        </p:nvSpPr>
        <p:spPr>
          <a:xfrm>
            <a:off x="382455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14" name="Google Shape;314;p30"/>
          <p:cNvSpPr txBox="1"/>
          <p:nvPr>
            <p:ph idx="17" type="subTitle"/>
          </p:nvPr>
        </p:nvSpPr>
        <p:spPr>
          <a:xfrm>
            <a:off x="382455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5" name="Google Shape;315;p30"/>
          <p:cNvSpPr txBox="1"/>
          <p:nvPr>
            <p:ph idx="18" type="subTitle"/>
          </p:nvPr>
        </p:nvSpPr>
        <p:spPr>
          <a:xfrm>
            <a:off x="382455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16" name="Google Shape;316;p30"/>
          <p:cNvSpPr/>
          <p:nvPr>
            <p:ph idx="19" type="pic"/>
          </p:nvPr>
        </p:nvSpPr>
        <p:spPr>
          <a:xfrm>
            <a:off x="3154659" y="1975864"/>
            <a:ext cx="530400" cy="530400"/>
          </a:xfrm>
          <a:prstGeom prst="rect">
            <a:avLst/>
          </a:prstGeom>
          <a:noFill/>
          <a:ln>
            <a:noFill/>
          </a:ln>
        </p:spPr>
      </p:sp>
      <p:sp>
        <p:nvSpPr>
          <p:cNvPr id="317" name="Google Shape;317;p30"/>
          <p:cNvSpPr txBox="1"/>
          <p:nvPr>
            <p:ph idx="20" type="subTitle"/>
          </p:nvPr>
        </p:nvSpPr>
        <p:spPr>
          <a:xfrm>
            <a:off x="675060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18" name="Google Shape;318;p30"/>
          <p:cNvSpPr txBox="1"/>
          <p:nvPr>
            <p:ph idx="21" type="subTitle"/>
          </p:nvPr>
        </p:nvSpPr>
        <p:spPr>
          <a:xfrm>
            <a:off x="675060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9" name="Google Shape;319;p30"/>
          <p:cNvSpPr txBox="1"/>
          <p:nvPr>
            <p:ph idx="22" type="subTitle"/>
          </p:nvPr>
        </p:nvSpPr>
        <p:spPr>
          <a:xfrm>
            <a:off x="675060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0" name="Google Shape;320;p30"/>
          <p:cNvSpPr/>
          <p:nvPr>
            <p:ph idx="23" type="pic"/>
          </p:nvPr>
        </p:nvSpPr>
        <p:spPr>
          <a:xfrm>
            <a:off x="6080709" y="2883852"/>
            <a:ext cx="530400" cy="530400"/>
          </a:xfrm>
          <a:prstGeom prst="rect">
            <a:avLst/>
          </a:prstGeom>
          <a:noFill/>
          <a:ln>
            <a:noFill/>
          </a:ln>
        </p:spPr>
      </p:sp>
      <p:sp>
        <p:nvSpPr>
          <p:cNvPr id="321" name="Google Shape;321;p30"/>
          <p:cNvSpPr txBox="1"/>
          <p:nvPr>
            <p:ph idx="24" type="subTitle"/>
          </p:nvPr>
        </p:nvSpPr>
        <p:spPr>
          <a:xfrm>
            <a:off x="382455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22" name="Google Shape;322;p30"/>
          <p:cNvSpPr txBox="1"/>
          <p:nvPr>
            <p:ph idx="25" type="subTitle"/>
          </p:nvPr>
        </p:nvSpPr>
        <p:spPr>
          <a:xfrm>
            <a:off x="382455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3" name="Google Shape;323;p30"/>
          <p:cNvSpPr txBox="1"/>
          <p:nvPr>
            <p:ph idx="26" type="subTitle"/>
          </p:nvPr>
        </p:nvSpPr>
        <p:spPr>
          <a:xfrm>
            <a:off x="382455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4" name="Google Shape;324;p30"/>
          <p:cNvSpPr/>
          <p:nvPr>
            <p:ph idx="27" type="pic"/>
          </p:nvPr>
        </p:nvSpPr>
        <p:spPr>
          <a:xfrm>
            <a:off x="3154659" y="2883852"/>
            <a:ext cx="530400" cy="530400"/>
          </a:xfrm>
          <a:prstGeom prst="rect">
            <a:avLst/>
          </a:prstGeom>
          <a:noFill/>
          <a:ln>
            <a:noFill/>
          </a:ln>
        </p:spPr>
      </p:sp>
      <p:sp>
        <p:nvSpPr>
          <p:cNvPr id="325" name="Google Shape;325;p30"/>
          <p:cNvSpPr txBox="1"/>
          <p:nvPr>
            <p:ph idx="28" type="subTitle"/>
          </p:nvPr>
        </p:nvSpPr>
        <p:spPr>
          <a:xfrm>
            <a:off x="675060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26" name="Google Shape;326;p30"/>
          <p:cNvSpPr txBox="1"/>
          <p:nvPr>
            <p:ph idx="29" type="subTitle"/>
          </p:nvPr>
        </p:nvSpPr>
        <p:spPr>
          <a:xfrm>
            <a:off x="675060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7" name="Google Shape;327;p30"/>
          <p:cNvSpPr txBox="1"/>
          <p:nvPr>
            <p:ph idx="30" type="subTitle"/>
          </p:nvPr>
        </p:nvSpPr>
        <p:spPr>
          <a:xfrm>
            <a:off x="675060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8" name="Google Shape;328;p30"/>
          <p:cNvSpPr/>
          <p:nvPr>
            <p:ph idx="31" type="pic"/>
          </p:nvPr>
        </p:nvSpPr>
        <p:spPr>
          <a:xfrm>
            <a:off x="6080709" y="3805056"/>
            <a:ext cx="530400" cy="530400"/>
          </a:xfrm>
          <a:prstGeom prst="rect">
            <a:avLst/>
          </a:prstGeom>
          <a:noFill/>
          <a:ln>
            <a:noFill/>
          </a:ln>
        </p:spPr>
      </p:sp>
      <p:sp>
        <p:nvSpPr>
          <p:cNvPr id="329" name="Google Shape;329;p30"/>
          <p:cNvSpPr txBox="1"/>
          <p:nvPr>
            <p:ph idx="32" type="subTitle"/>
          </p:nvPr>
        </p:nvSpPr>
        <p:spPr>
          <a:xfrm>
            <a:off x="382455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30" name="Google Shape;330;p30"/>
          <p:cNvSpPr txBox="1"/>
          <p:nvPr>
            <p:ph idx="33" type="subTitle"/>
          </p:nvPr>
        </p:nvSpPr>
        <p:spPr>
          <a:xfrm>
            <a:off x="382455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31" name="Google Shape;331;p30"/>
          <p:cNvSpPr txBox="1"/>
          <p:nvPr>
            <p:ph idx="34" type="subTitle"/>
          </p:nvPr>
        </p:nvSpPr>
        <p:spPr>
          <a:xfrm>
            <a:off x="382455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32" name="Google Shape;332;p30"/>
          <p:cNvSpPr/>
          <p:nvPr>
            <p:ph idx="35" type="pic"/>
          </p:nvPr>
        </p:nvSpPr>
        <p:spPr>
          <a:xfrm>
            <a:off x="3154659" y="3805056"/>
            <a:ext cx="530400" cy="530400"/>
          </a:xfrm>
          <a:prstGeom prst="rect">
            <a:avLst/>
          </a:prstGeom>
          <a:noFill/>
          <a:ln>
            <a:noFill/>
          </a:ln>
        </p:spPr>
      </p:sp>
      <p:sp>
        <p:nvSpPr>
          <p:cNvPr id="333" name="Google Shape;333;p30"/>
          <p:cNvSpPr txBox="1"/>
          <p:nvPr>
            <p:ph type="title"/>
          </p:nvPr>
        </p:nvSpPr>
        <p:spPr>
          <a:xfrm>
            <a:off x="361975" y="962100"/>
            <a:ext cx="24507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34" name="Google Shape;334;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30"/>
          <p:cNvSpPr txBox="1"/>
          <p:nvPr>
            <p:ph idx="3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336" name="Shape 336"/>
        <p:cNvGrpSpPr/>
        <p:nvPr/>
      </p:nvGrpSpPr>
      <p:grpSpPr>
        <a:xfrm>
          <a:off x="0" y="0"/>
          <a:ext cx="0" cy="0"/>
          <a:chOff x="0" y="0"/>
          <a:chExt cx="0" cy="0"/>
        </a:xfrm>
      </p:grpSpPr>
      <p:sp>
        <p:nvSpPr>
          <p:cNvPr id="337" name="Google Shape;337;p31"/>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338" name="Google Shape;338;p31"/>
          <p:cNvSpPr txBox="1"/>
          <p:nvPr>
            <p:ph type="title"/>
          </p:nvPr>
        </p:nvSpPr>
        <p:spPr>
          <a:xfrm>
            <a:off x="4975925" y="989088"/>
            <a:ext cx="37836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39" name="Google Shape;339;p31"/>
          <p:cNvSpPr/>
          <p:nvPr>
            <p:ph idx="2" type="pic"/>
          </p:nvPr>
        </p:nvSpPr>
        <p:spPr>
          <a:xfrm flipH="1">
            <a:off x="953803" y="1066100"/>
            <a:ext cx="2664300" cy="3002700"/>
          </a:xfrm>
          <a:prstGeom prst="rect">
            <a:avLst/>
          </a:prstGeom>
          <a:noFill/>
          <a:ln>
            <a:noFill/>
          </a:ln>
        </p:spPr>
      </p:sp>
      <p:sp>
        <p:nvSpPr>
          <p:cNvPr id="340" name="Google Shape;340;p31"/>
          <p:cNvSpPr txBox="1"/>
          <p:nvPr>
            <p:ph idx="1" type="body"/>
          </p:nvPr>
        </p:nvSpPr>
        <p:spPr>
          <a:xfrm>
            <a:off x="4975925" y="4125662"/>
            <a:ext cx="3783600" cy="461700"/>
          </a:xfrm>
          <a:prstGeom prst="rect">
            <a:avLst/>
          </a:prstGeom>
          <a:noFill/>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41" name="Google Shape;341;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42" name="Google Shape;342;p31"/>
          <p:cNvSpPr txBox="1"/>
          <p:nvPr>
            <p:ph idx="3" type="body"/>
          </p:nvPr>
        </p:nvSpPr>
        <p:spPr>
          <a:xfrm>
            <a:off x="4975925" y="1943891"/>
            <a:ext cx="3783600" cy="1243200"/>
          </a:xfrm>
          <a:prstGeom prst="rect">
            <a:avLst/>
          </a:prstGeom>
          <a:noFill/>
        </p:spPr>
        <p:txBody>
          <a:bodyPr anchorCtr="0" anchor="t" bIns="0" lIns="0" spcFirstLastPara="1" rIns="0" wrap="square" tIns="0">
            <a:noAutofit/>
          </a:bodyPr>
          <a:lstStyle>
            <a:lvl1pPr indent="-330200" lvl="0" marL="457200">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343" name="Google Shape;343;p31"/>
          <p:cNvSpPr txBox="1"/>
          <p:nvPr>
            <p:ph idx="4" type="subTitle"/>
          </p:nvPr>
        </p:nvSpPr>
        <p:spPr>
          <a:xfrm>
            <a:off x="4975925" y="732775"/>
            <a:ext cx="37836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44" name="Google Shape;344;p31"/>
          <p:cNvSpPr txBox="1"/>
          <p:nvPr>
            <p:ph idx="5" type="subTitle"/>
          </p:nvPr>
        </p:nvSpPr>
        <p:spPr>
          <a:xfrm>
            <a:off x="4975925" y="1647132"/>
            <a:ext cx="3783600" cy="1386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45" name="Google Shape;345;p31"/>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346" name="Shape 346"/>
        <p:cNvGrpSpPr/>
        <p:nvPr/>
      </p:nvGrpSpPr>
      <p:grpSpPr>
        <a:xfrm>
          <a:off x="0" y="0"/>
          <a:ext cx="0" cy="0"/>
          <a:chOff x="0" y="0"/>
          <a:chExt cx="0" cy="0"/>
        </a:xfrm>
      </p:grpSpPr>
      <p:grpSp>
        <p:nvGrpSpPr>
          <p:cNvPr id="347" name="Google Shape;347;p32"/>
          <p:cNvGrpSpPr/>
          <p:nvPr/>
        </p:nvGrpSpPr>
        <p:grpSpPr>
          <a:xfrm>
            <a:off x="49" y="514398"/>
            <a:ext cx="9144297" cy="4115162"/>
            <a:chOff x="-18500" y="514395"/>
            <a:chExt cx="9219900" cy="4115162"/>
          </a:xfrm>
        </p:grpSpPr>
        <p:cxnSp>
          <p:nvCxnSpPr>
            <p:cNvPr id="348" name="Google Shape;348;p32"/>
            <p:cNvCxnSpPr/>
            <p:nvPr/>
          </p:nvCxnSpPr>
          <p:spPr>
            <a:xfrm>
              <a:off x="-18500" y="1028790"/>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49" name="Google Shape;349;p32"/>
            <p:cNvCxnSpPr/>
            <p:nvPr/>
          </p:nvCxnSpPr>
          <p:spPr>
            <a:xfrm>
              <a:off x="-18500" y="462955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0" name="Google Shape;350;p32"/>
            <p:cNvCxnSpPr/>
            <p:nvPr/>
          </p:nvCxnSpPr>
          <p:spPr>
            <a:xfrm>
              <a:off x="-18500" y="4115162"/>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1" name="Google Shape;351;p32"/>
            <p:cNvCxnSpPr/>
            <p:nvPr/>
          </p:nvCxnSpPr>
          <p:spPr>
            <a:xfrm>
              <a:off x="-18500" y="360076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2" name="Google Shape;352;p32"/>
            <p:cNvCxnSpPr/>
            <p:nvPr/>
          </p:nvCxnSpPr>
          <p:spPr>
            <a:xfrm>
              <a:off x="-18500" y="308637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3" name="Google Shape;353;p32"/>
            <p:cNvCxnSpPr/>
            <p:nvPr/>
          </p:nvCxnSpPr>
          <p:spPr>
            <a:xfrm>
              <a:off x="-18500" y="257197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4" name="Google Shape;354;p32"/>
            <p:cNvCxnSpPr/>
            <p:nvPr/>
          </p:nvCxnSpPr>
          <p:spPr>
            <a:xfrm>
              <a:off x="-18500" y="205758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5" name="Google Shape;355;p32"/>
            <p:cNvCxnSpPr/>
            <p:nvPr/>
          </p:nvCxnSpPr>
          <p:spPr>
            <a:xfrm>
              <a:off x="-18500" y="154318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6" name="Google Shape;356;p32"/>
            <p:cNvCxnSpPr/>
            <p:nvPr/>
          </p:nvCxnSpPr>
          <p:spPr>
            <a:xfrm>
              <a:off x="-18500" y="514395"/>
              <a:ext cx="9219900" cy="0"/>
            </a:xfrm>
            <a:prstGeom prst="straightConnector1">
              <a:avLst/>
            </a:prstGeom>
            <a:noFill/>
            <a:ln cap="flat" cmpd="sng" w="9525">
              <a:solidFill>
                <a:schemeClr val="accent6"/>
              </a:solidFill>
              <a:prstDash val="solid"/>
              <a:round/>
              <a:headEnd len="med" w="med" type="none"/>
              <a:tailEnd len="med" w="med" type="none"/>
            </a:ln>
          </p:spPr>
        </p:cxnSp>
      </p:grpSp>
      <p:sp>
        <p:nvSpPr>
          <p:cNvPr id="357" name="Google Shape;357;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58" name="Google Shape;358;p3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9" name="Google Shape;359;p32"/>
          <p:cNvSpPr txBox="1"/>
          <p:nvPr>
            <p:ph idx="2"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360" name="Shape 360"/>
        <p:cNvGrpSpPr/>
        <p:nvPr/>
      </p:nvGrpSpPr>
      <p:grpSpPr>
        <a:xfrm>
          <a:off x="0" y="0"/>
          <a:ext cx="0" cy="0"/>
          <a:chOff x="0" y="0"/>
          <a:chExt cx="0" cy="0"/>
        </a:xfrm>
      </p:grpSpPr>
      <p:sp>
        <p:nvSpPr>
          <p:cNvPr id="361" name="Google Shape;361;p33"/>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62" name="Google Shape;362;p33"/>
          <p:cNvSpPr txBox="1"/>
          <p:nvPr>
            <p:ph type="title"/>
          </p:nvPr>
        </p:nvSpPr>
        <p:spPr>
          <a:xfrm>
            <a:off x="451472" y="2024100"/>
            <a:ext cx="4163100" cy="1372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4200">
                <a:solidFill>
                  <a:schemeClr val="dk1"/>
                </a:solidFill>
              </a:defRPr>
            </a:lvl2pPr>
            <a:lvl3pPr lvl="2">
              <a:lnSpc>
                <a:spcPct val="90000"/>
              </a:lnSpc>
              <a:spcBef>
                <a:spcPts val="0"/>
              </a:spcBef>
              <a:spcAft>
                <a:spcPts val="0"/>
              </a:spcAft>
              <a:buNone/>
              <a:defRPr sz="4200">
                <a:solidFill>
                  <a:schemeClr val="dk1"/>
                </a:solidFill>
              </a:defRPr>
            </a:lvl3pPr>
            <a:lvl4pPr lvl="3">
              <a:lnSpc>
                <a:spcPct val="90000"/>
              </a:lnSpc>
              <a:spcBef>
                <a:spcPts val="0"/>
              </a:spcBef>
              <a:spcAft>
                <a:spcPts val="0"/>
              </a:spcAft>
              <a:buNone/>
              <a:defRPr sz="4200">
                <a:solidFill>
                  <a:schemeClr val="dk1"/>
                </a:solidFill>
              </a:defRPr>
            </a:lvl4pPr>
            <a:lvl5pPr lvl="4">
              <a:lnSpc>
                <a:spcPct val="90000"/>
              </a:lnSpc>
              <a:spcBef>
                <a:spcPts val="0"/>
              </a:spcBef>
              <a:spcAft>
                <a:spcPts val="0"/>
              </a:spcAft>
              <a:buNone/>
              <a:defRPr sz="4200">
                <a:solidFill>
                  <a:schemeClr val="dk1"/>
                </a:solidFill>
              </a:defRPr>
            </a:lvl5pPr>
            <a:lvl6pPr lvl="5">
              <a:lnSpc>
                <a:spcPct val="90000"/>
              </a:lnSpc>
              <a:spcBef>
                <a:spcPts val="0"/>
              </a:spcBef>
              <a:spcAft>
                <a:spcPts val="0"/>
              </a:spcAft>
              <a:buNone/>
              <a:defRPr sz="4200">
                <a:solidFill>
                  <a:schemeClr val="dk1"/>
                </a:solidFill>
              </a:defRPr>
            </a:lvl6pPr>
            <a:lvl7pPr lvl="6">
              <a:lnSpc>
                <a:spcPct val="90000"/>
              </a:lnSpc>
              <a:spcBef>
                <a:spcPts val="0"/>
              </a:spcBef>
              <a:spcAft>
                <a:spcPts val="0"/>
              </a:spcAft>
              <a:buNone/>
              <a:defRPr sz="4200">
                <a:solidFill>
                  <a:schemeClr val="dk1"/>
                </a:solidFill>
              </a:defRPr>
            </a:lvl7pPr>
            <a:lvl8pPr lvl="7">
              <a:lnSpc>
                <a:spcPct val="90000"/>
              </a:lnSpc>
              <a:spcBef>
                <a:spcPts val="0"/>
              </a:spcBef>
              <a:spcAft>
                <a:spcPts val="0"/>
              </a:spcAft>
              <a:buNone/>
              <a:defRPr sz="4200">
                <a:solidFill>
                  <a:schemeClr val="dk1"/>
                </a:solidFill>
              </a:defRPr>
            </a:lvl8pPr>
            <a:lvl9pPr lvl="8">
              <a:lnSpc>
                <a:spcPct val="90000"/>
              </a:lnSpc>
              <a:spcBef>
                <a:spcPts val="0"/>
              </a:spcBef>
              <a:spcAft>
                <a:spcPts val="0"/>
              </a:spcAft>
              <a:buNone/>
              <a:defRPr sz="4200">
                <a:solidFill>
                  <a:schemeClr val="dk1"/>
                </a:solidFill>
              </a:defRPr>
            </a:lvl9pPr>
          </a:lstStyle>
          <a:p/>
        </p:txBody>
      </p:sp>
      <p:sp>
        <p:nvSpPr>
          <p:cNvPr id="363" name="Google Shape;363;p33"/>
          <p:cNvSpPr txBox="1"/>
          <p:nvPr>
            <p:ph idx="1" type="subTitle"/>
          </p:nvPr>
        </p:nvSpPr>
        <p:spPr>
          <a:xfrm>
            <a:off x="451475" y="3776250"/>
            <a:ext cx="4163100" cy="426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64" name="Shape 364"/>
        <p:cNvGrpSpPr/>
        <p:nvPr/>
      </p:nvGrpSpPr>
      <p:grpSpPr>
        <a:xfrm>
          <a:off x="0" y="0"/>
          <a:ext cx="0" cy="0"/>
          <a:chOff x="0" y="0"/>
          <a:chExt cx="0" cy="0"/>
        </a:xfrm>
      </p:grpSpPr>
      <p:sp>
        <p:nvSpPr>
          <p:cNvPr id="365" name="Google Shape;365;p3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66" name="Google Shape;366;p3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67" name="Shape 367"/>
        <p:cNvGrpSpPr/>
        <p:nvPr/>
      </p:nvGrpSpPr>
      <p:grpSpPr>
        <a:xfrm>
          <a:off x="0" y="0"/>
          <a:ext cx="0" cy="0"/>
          <a:chOff x="0" y="0"/>
          <a:chExt cx="0" cy="0"/>
        </a:xfrm>
      </p:grpSpPr>
      <p:sp>
        <p:nvSpPr>
          <p:cNvPr id="368" name="Google Shape;368;p3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69" name="Shape 369"/>
        <p:cNvGrpSpPr/>
        <p:nvPr/>
      </p:nvGrpSpPr>
      <p:grpSpPr>
        <a:xfrm>
          <a:off x="0" y="0"/>
          <a:ext cx="0" cy="0"/>
          <a:chOff x="0" y="0"/>
          <a:chExt cx="0" cy="0"/>
        </a:xfrm>
      </p:grpSpPr>
      <p:sp>
        <p:nvSpPr>
          <p:cNvPr id="370" name="Google Shape;370;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1" name="Google Shape;371;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72" name="Shape 372"/>
        <p:cNvGrpSpPr/>
        <p:nvPr/>
      </p:nvGrpSpPr>
      <p:grpSpPr>
        <a:xfrm>
          <a:off x="0" y="0"/>
          <a:ext cx="0" cy="0"/>
          <a:chOff x="0" y="0"/>
          <a:chExt cx="0" cy="0"/>
        </a:xfrm>
      </p:grpSpPr>
      <p:sp>
        <p:nvSpPr>
          <p:cNvPr id="373" name="Google Shape;373;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4" name="Google Shape;374;p3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5" name="Google Shape;375;p37"/>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76" name="Shape 376"/>
        <p:cNvGrpSpPr/>
        <p:nvPr/>
      </p:nvGrpSpPr>
      <p:grpSpPr>
        <a:xfrm>
          <a:off x="0" y="0"/>
          <a:ext cx="0" cy="0"/>
          <a:chOff x="0" y="0"/>
          <a:chExt cx="0" cy="0"/>
        </a:xfrm>
      </p:grpSpPr>
      <p:sp>
        <p:nvSpPr>
          <p:cNvPr id="377" name="Google Shape;377;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78" name="Shape 378"/>
        <p:cNvGrpSpPr/>
        <p:nvPr/>
      </p:nvGrpSpPr>
      <p:grpSpPr>
        <a:xfrm>
          <a:off x="0" y="0"/>
          <a:ext cx="0" cy="0"/>
          <a:chOff x="0" y="0"/>
          <a:chExt cx="0" cy="0"/>
        </a:xfrm>
      </p:grpSpPr>
      <p:sp>
        <p:nvSpPr>
          <p:cNvPr id="379" name="Google Shape;379;p3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80" name="Google Shape;380;p3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81" name="Shape 381"/>
        <p:cNvGrpSpPr/>
        <p:nvPr/>
      </p:nvGrpSpPr>
      <p:grpSpPr>
        <a:xfrm>
          <a:off x="0" y="0"/>
          <a:ext cx="0" cy="0"/>
          <a:chOff x="0" y="0"/>
          <a:chExt cx="0" cy="0"/>
        </a:xfrm>
      </p:grpSpPr>
      <p:sp>
        <p:nvSpPr>
          <p:cNvPr id="382" name="Google Shape;382;p4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83" name="Shape 383"/>
        <p:cNvGrpSpPr/>
        <p:nvPr/>
      </p:nvGrpSpPr>
      <p:grpSpPr>
        <a:xfrm>
          <a:off x="0" y="0"/>
          <a:ext cx="0" cy="0"/>
          <a:chOff x="0" y="0"/>
          <a:chExt cx="0" cy="0"/>
        </a:xfrm>
      </p:grpSpPr>
      <p:sp>
        <p:nvSpPr>
          <p:cNvPr id="384" name="Google Shape;384;p4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5" name="Google Shape;385;p4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86" name="Google Shape;386;p4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87" name="Shape 387"/>
        <p:cNvGrpSpPr/>
        <p:nvPr/>
      </p:nvGrpSpPr>
      <p:grpSpPr>
        <a:xfrm>
          <a:off x="0" y="0"/>
          <a:ext cx="0" cy="0"/>
          <a:chOff x="0" y="0"/>
          <a:chExt cx="0" cy="0"/>
        </a:xfrm>
      </p:grpSpPr>
      <p:sp>
        <p:nvSpPr>
          <p:cNvPr id="388" name="Google Shape;388;p4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89" name="Shape 389"/>
        <p:cNvGrpSpPr/>
        <p:nvPr/>
      </p:nvGrpSpPr>
      <p:grpSpPr>
        <a:xfrm>
          <a:off x="0" y="0"/>
          <a:ext cx="0" cy="0"/>
          <a:chOff x="0" y="0"/>
          <a:chExt cx="0" cy="0"/>
        </a:xfrm>
      </p:grpSpPr>
      <p:sp>
        <p:nvSpPr>
          <p:cNvPr id="390" name="Google Shape;390;p4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91" name="Google Shape;391;p4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92" name="Shape 392"/>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93" name="Shape 393"/>
        <p:cNvGrpSpPr/>
        <p:nvPr/>
      </p:nvGrpSpPr>
      <p:grpSpPr>
        <a:xfrm>
          <a:off x="0" y="0"/>
          <a:ext cx="0" cy="0"/>
          <a:chOff x="0" y="0"/>
          <a:chExt cx="0" cy="0"/>
        </a:xfrm>
      </p:grpSpPr>
      <p:sp>
        <p:nvSpPr>
          <p:cNvPr id="394" name="Google Shape;394;p45"/>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5" name="Google Shape;395;p4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4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4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8" name="Google Shape;398;p4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9" name="Google Shape;399;p4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0" name="Google Shape;400;p4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01" name="Shape 401"/>
        <p:cNvGrpSpPr/>
        <p:nvPr/>
      </p:nvGrpSpPr>
      <p:grpSpPr>
        <a:xfrm>
          <a:off x="0" y="0"/>
          <a:ext cx="0" cy="0"/>
          <a:chOff x="0" y="0"/>
          <a:chExt cx="0" cy="0"/>
        </a:xfrm>
      </p:grpSpPr>
      <p:sp>
        <p:nvSpPr>
          <p:cNvPr id="402" name="Google Shape;402;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3" name="Google Shape;403;p46"/>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4" name="Google Shape;404;p4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05" name="Shape 405"/>
        <p:cNvGrpSpPr/>
        <p:nvPr/>
      </p:nvGrpSpPr>
      <p:grpSpPr>
        <a:xfrm>
          <a:off x="0" y="0"/>
          <a:ext cx="0" cy="0"/>
          <a:chOff x="0" y="0"/>
          <a:chExt cx="0" cy="0"/>
        </a:xfrm>
      </p:grpSpPr>
      <p:sp>
        <p:nvSpPr>
          <p:cNvPr id="406" name="Google Shape;406;p4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7" name="Google Shape;407;p47"/>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8" name="Google Shape;408;p4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9" name="Google Shape;409;p4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0" name="Google Shape;410;p4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11" name="Shape 411"/>
        <p:cNvGrpSpPr/>
        <p:nvPr/>
      </p:nvGrpSpPr>
      <p:grpSpPr>
        <a:xfrm>
          <a:off x="0" y="0"/>
          <a:ext cx="0" cy="0"/>
          <a:chOff x="0" y="0"/>
          <a:chExt cx="0" cy="0"/>
        </a:xfrm>
      </p:grpSpPr>
      <p:sp>
        <p:nvSpPr>
          <p:cNvPr id="412" name="Google Shape;412;p48"/>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3" name="Google Shape;413;p4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4" name="Google Shape;414;p4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5" name="Google Shape;415;p4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6" name="Google Shape;416;p4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7" name="Google Shape;417;p4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8" name="Google Shape;418;p4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19" name="Shape 419"/>
        <p:cNvGrpSpPr/>
        <p:nvPr/>
      </p:nvGrpSpPr>
      <p:grpSpPr>
        <a:xfrm>
          <a:off x="0" y="0"/>
          <a:ext cx="0" cy="0"/>
          <a:chOff x="0" y="0"/>
          <a:chExt cx="0" cy="0"/>
        </a:xfrm>
      </p:grpSpPr>
      <p:sp>
        <p:nvSpPr>
          <p:cNvPr id="420" name="Google Shape;420;p49"/>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1" name="Google Shape;421;p4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2" name="Google Shape;422;p4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3" name="Google Shape;423;p4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4" name="Google Shape;424;p4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25" name="Google Shape;425;p4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6" name="Google Shape;426;p4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7" name="Google Shape;427;p4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8" name="Google Shape;428;p4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29" name="Shape 429"/>
        <p:cNvGrpSpPr/>
        <p:nvPr/>
      </p:nvGrpSpPr>
      <p:grpSpPr>
        <a:xfrm>
          <a:off x="0" y="0"/>
          <a:ext cx="0" cy="0"/>
          <a:chOff x="0" y="0"/>
          <a:chExt cx="0" cy="0"/>
        </a:xfrm>
      </p:grpSpPr>
      <p:sp>
        <p:nvSpPr>
          <p:cNvPr id="430" name="Google Shape;430;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1" name="Google Shape;431;p5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32" name="Shape 432"/>
        <p:cNvGrpSpPr/>
        <p:nvPr/>
      </p:nvGrpSpPr>
      <p:grpSpPr>
        <a:xfrm>
          <a:off x="0" y="0"/>
          <a:ext cx="0" cy="0"/>
          <a:chOff x="0" y="0"/>
          <a:chExt cx="0" cy="0"/>
        </a:xfrm>
      </p:grpSpPr>
      <p:sp>
        <p:nvSpPr>
          <p:cNvPr id="433" name="Google Shape;433;p51"/>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4" name="Google Shape;434;p51"/>
          <p:cNvSpPr/>
          <p:nvPr>
            <p:ph idx="2" type="pic"/>
          </p:nvPr>
        </p:nvSpPr>
        <p:spPr>
          <a:xfrm>
            <a:off x="4804825" y="1133300"/>
            <a:ext cx="4027500" cy="2392800"/>
          </a:xfrm>
          <a:prstGeom prst="rect">
            <a:avLst/>
          </a:prstGeom>
          <a:noFill/>
          <a:ln>
            <a:noFill/>
          </a:ln>
        </p:spPr>
      </p:sp>
      <p:sp>
        <p:nvSpPr>
          <p:cNvPr id="435" name="Google Shape;435;p51"/>
          <p:cNvSpPr/>
          <p:nvPr>
            <p:ph idx="3" type="pic"/>
          </p:nvPr>
        </p:nvSpPr>
        <p:spPr>
          <a:xfrm>
            <a:off x="311725" y="1133300"/>
            <a:ext cx="4027500" cy="2392800"/>
          </a:xfrm>
          <a:prstGeom prst="rect">
            <a:avLst/>
          </a:prstGeom>
          <a:noFill/>
          <a:ln>
            <a:noFill/>
          </a:ln>
        </p:spPr>
      </p:sp>
      <p:sp>
        <p:nvSpPr>
          <p:cNvPr id="436" name="Google Shape;436;p5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8" name="Google Shape;438;p5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39" name="Google Shape;439;p5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40" name="Shape 440"/>
        <p:cNvGrpSpPr/>
        <p:nvPr/>
      </p:nvGrpSpPr>
      <p:grpSpPr>
        <a:xfrm>
          <a:off x="0" y="0"/>
          <a:ext cx="0" cy="0"/>
          <a:chOff x="0" y="0"/>
          <a:chExt cx="0" cy="0"/>
        </a:xfrm>
      </p:grpSpPr>
      <p:sp>
        <p:nvSpPr>
          <p:cNvPr id="441" name="Google Shape;441;p52"/>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2" name="Google Shape;442;p52"/>
          <p:cNvSpPr/>
          <p:nvPr>
            <p:ph idx="2" type="pic"/>
          </p:nvPr>
        </p:nvSpPr>
        <p:spPr>
          <a:xfrm>
            <a:off x="6205225" y="1128325"/>
            <a:ext cx="2627100" cy="2273100"/>
          </a:xfrm>
          <a:prstGeom prst="rect">
            <a:avLst/>
          </a:prstGeom>
          <a:noFill/>
          <a:ln>
            <a:noFill/>
          </a:ln>
        </p:spPr>
      </p:sp>
      <p:sp>
        <p:nvSpPr>
          <p:cNvPr id="443" name="Google Shape;443;p52"/>
          <p:cNvSpPr/>
          <p:nvPr>
            <p:ph idx="3" type="pic"/>
          </p:nvPr>
        </p:nvSpPr>
        <p:spPr>
          <a:xfrm>
            <a:off x="311725" y="1128325"/>
            <a:ext cx="2627100" cy="2273100"/>
          </a:xfrm>
          <a:prstGeom prst="rect">
            <a:avLst/>
          </a:prstGeom>
          <a:noFill/>
          <a:ln>
            <a:noFill/>
          </a:ln>
        </p:spPr>
      </p:sp>
      <p:sp>
        <p:nvSpPr>
          <p:cNvPr id="444" name="Google Shape;444;p5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5" name="Google Shape;445;p52"/>
          <p:cNvSpPr/>
          <p:nvPr>
            <p:ph idx="5" type="pic"/>
          </p:nvPr>
        </p:nvSpPr>
        <p:spPr>
          <a:xfrm>
            <a:off x="3255250" y="1128325"/>
            <a:ext cx="2627100" cy="2273100"/>
          </a:xfrm>
          <a:prstGeom prst="rect">
            <a:avLst/>
          </a:prstGeom>
          <a:noFill/>
          <a:ln>
            <a:noFill/>
          </a:ln>
        </p:spPr>
      </p:sp>
      <p:sp>
        <p:nvSpPr>
          <p:cNvPr id="446" name="Google Shape;446;p5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7" name="Google Shape;447;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8" name="Google Shape;448;p5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49" name="Google Shape;449;p5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0" name="Google Shape;450;p5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51" name="Shape 451"/>
        <p:cNvGrpSpPr/>
        <p:nvPr/>
      </p:nvGrpSpPr>
      <p:grpSpPr>
        <a:xfrm>
          <a:off x="0" y="0"/>
          <a:ext cx="0" cy="0"/>
          <a:chOff x="0" y="0"/>
          <a:chExt cx="0" cy="0"/>
        </a:xfrm>
      </p:grpSpPr>
      <p:sp>
        <p:nvSpPr>
          <p:cNvPr id="452" name="Google Shape;452;p5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53" name="Shape 453"/>
        <p:cNvGrpSpPr/>
        <p:nvPr/>
      </p:nvGrpSpPr>
      <p:grpSpPr>
        <a:xfrm>
          <a:off x="0" y="0"/>
          <a:ext cx="0" cy="0"/>
          <a:chOff x="0" y="0"/>
          <a:chExt cx="0" cy="0"/>
        </a:xfrm>
      </p:grpSpPr>
      <p:sp>
        <p:nvSpPr>
          <p:cNvPr id="454" name="Google Shape;454;p54"/>
          <p:cNvSpPr/>
          <p:nvPr>
            <p:ph idx="2" type="pic"/>
          </p:nvPr>
        </p:nvSpPr>
        <p:spPr>
          <a:xfrm>
            <a:off x="3389600" y="118913"/>
            <a:ext cx="1643700" cy="1535100"/>
          </a:xfrm>
          <a:prstGeom prst="rect">
            <a:avLst/>
          </a:prstGeom>
          <a:noFill/>
          <a:ln>
            <a:noFill/>
          </a:ln>
        </p:spPr>
      </p:sp>
      <p:sp>
        <p:nvSpPr>
          <p:cNvPr id="455" name="Google Shape;455;p54"/>
          <p:cNvSpPr/>
          <p:nvPr>
            <p:ph idx="3" type="pic"/>
          </p:nvPr>
        </p:nvSpPr>
        <p:spPr>
          <a:xfrm>
            <a:off x="5195935" y="118913"/>
            <a:ext cx="1643700" cy="1535100"/>
          </a:xfrm>
          <a:prstGeom prst="rect">
            <a:avLst/>
          </a:prstGeom>
          <a:noFill/>
          <a:ln>
            <a:noFill/>
          </a:ln>
        </p:spPr>
      </p:sp>
      <p:sp>
        <p:nvSpPr>
          <p:cNvPr id="456" name="Google Shape;456;p54"/>
          <p:cNvSpPr/>
          <p:nvPr>
            <p:ph idx="4" type="pic"/>
          </p:nvPr>
        </p:nvSpPr>
        <p:spPr>
          <a:xfrm>
            <a:off x="7002270" y="118913"/>
            <a:ext cx="1643700" cy="1535100"/>
          </a:xfrm>
          <a:prstGeom prst="rect">
            <a:avLst/>
          </a:prstGeom>
          <a:noFill/>
          <a:ln>
            <a:noFill/>
          </a:ln>
        </p:spPr>
      </p:sp>
      <p:sp>
        <p:nvSpPr>
          <p:cNvPr id="457" name="Google Shape;457;p54"/>
          <p:cNvSpPr/>
          <p:nvPr>
            <p:ph idx="5" type="pic"/>
          </p:nvPr>
        </p:nvSpPr>
        <p:spPr>
          <a:xfrm>
            <a:off x="3389588" y="1804212"/>
            <a:ext cx="1643700" cy="1535100"/>
          </a:xfrm>
          <a:prstGeom prst="rect">
            <a:avLst/>
          </a:prstGeom>
          <a:noFill/>
          <a:ln>
            <a:noFill/>
          </a:ln>
        </p:spPr>
      </p:sp>
      <p:sp>
        <p:nvSpPr>
          <p:cNvPr id="458" name="Google Shape;458;p54"/>
          <p:cNvSpPr/>
          <p:nvPr>
            <p:ph idx="6" type="pic"/>
          </p:nvPr>
        </p:nvSpPr>
        <p:spPr>
          <a:xfrm>
            <a:off x="5195922" y="1804212"/>
            <a:ext cx="1643700" cy="1535100"/>
          </a:xfrm>
          <a:prstGeom prst="rect">
            <a:avLst/>
          </a:prstGeom>
          <a:noFill/>
          <a:ln>
            <a:noFill/>
          </a:ln>
        </p:spPr>
      </p:sp>
      <p:sp>
        <p:nvSpPr>
          <p:cNvPr id="459" name="Google Shape;459;p54"/>
          <p:cNvSpPr/>
          <p:nvPr>
            <p:ph idx="7" type="pic"/>
          </p:nvPr>
        </p:nvSpPr>
        <p:spPr>
          <a:xfrm>
            <a:off x="7002257" y="1804212"/>
            <a:ext cx="1643700" cy="1535100"/>
          </a:xfrm>
          <a:prstGeom prst="rect">
            <a:avLst/>
          </a:prstGeom>
          <a:noFill/>
          <a:ln>
            <a:noFill/>
          </a:ln>
        </p:spPr>
      </p:sp>
      <p:sp>
        <p:nvSpPr>
          <p:cNvPr id="460" name="Google Shape;460;p5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1" name="Google Shape;461;p54"/>
          <p:cNvSpPr/>
          <p:nvPr>
            <p:ph idx="8" type="pic"/>
          </p:nvPr>
        </p:nvSpPr>
        <p:spPr>
          <a:xfrm>
            <a:off x="3389588" y="3489487"/>
            <a:ext cx="1643700" cy="1535100"/>
          </a:xfrm>
          <a:prstGeom prst="rect">
            <a:avLst/>
          </a:prstGeom>
          <a:noFill/>
          <a:ln>
            <a:noFill/>
          </a:ln>
        </p:spPr>
      </p:sp>
      <p:sp>
        <p:nvSpPr>
          <p:cNvPr id="462" name="Google Shape;462;p54"/>
          <p:cNvSpPr/>
          <p:nvPr>
            <p:ph idx="9" type="pic"/>
          </p:nvPr>
        </p:nvSpPr>
        <p:spPr>
          <a:xfrm>
            <a:off x="5195922" y="3489487"/>
            <a:ext cx="1643700" cy="1535100"/>
          </a:xfrm>
          <a:prstGeom prst="rect">
            <a:avLst/>
          </a:prstGeom>
          <a:noFill/>
          <a:ln>
            <a:noFill/>
          </a:ln>
        </p:spPr>
      </p:sp>
      <p:sp>
        <p:nvSpPr>
          <p:cNvPr id="463" name="Google Shape;463;p5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5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lnSpc>
                <a:spcPct val="115000"/>
              </a:lnSpc>
              <a:spcBef>
                <a:spcPts val="800"/>
              </a:spcBef>
              <a:spcAft>
                <a:spcPts val="80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
        <p:nvSpPr>
          <p:cNvPr id="7" name="Google Shape;7;p1"/>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Newsreader"/>
              <a:buNone/>
              <a:defRPr sz="3000">
                <a:solidFill>
                  <a:schemeClr val="lt1"/>
                </a:solidFill>
                <a:latin typeface="Newsreader"/>
                <a:ea typeface="Newsreader"/>
                <a:cs typeface="Newsreader"/>
                <a:sym typeface="Newsread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 name="Google Shape;8;p1"/>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pic>
        <p:nvPicPr>
          <p:cNvPr descr="A close-up of a modern glass structure. " id="468" name="Google Shape;468;p55"/>
          <p:cNvPicPr preferRelativeResize="0"/>
          <p:nvPr/>
        </p:nvPicPr>
        <p:blipFill rotWithShape="1">
          <a:blip r:embed="rId3">
            <a:alphaModFix/>
          </a:blip>
          <a:srcRect b="80" l="21737" r="19116" t="0"/>
          <a:stretch/>
        </p:blipFill>
        <p:spPr>
          <a:xfrm>
            <a:off x="4587725" y="-8750"/>
            <a:ext cx="4572001" cy="5148074"/>
          </a:xfrm>
          <a:prstGeom prst="rect">
            <a:avLst/>
          </a:prstGeom>
          <a:noFill/>
          <a:ln>
            <a:noFill/>
          </a:ln>
        </p:spPr>
      </p:pic>
      <p:sp>
        <p:nvSpPr>
          <p:cNvPr id="469" name="Google Shape;469;p55"/>
          <p:cNvSpPr txBox="1"/>
          <p:nvPr>
            <p:ph type="title"/>
          </p:nvPr>
        </p:nvSpPr>
        <p:spPr>
          <a:xfrm>
            <a:off x="361975" y="923525"/>
            <a:ext cx="3860100" cy="121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HC Box</a:t>
            </a:r>
            <a:endParaRPr i="1"/>
          </a:p>
          <a:p>
            <a:pPr indent="0" lvl="0" marL="0" rtl="0" algn="ctr">
              <a:spcBef>
                <a:spcPts val="0"/>
              </a:spcBef>
              <a:spcAft>
                <a:spcPts val="0"/>
              </a:spcAft>
              <a:buNone/>
            </a:pPr>
            <a:r>
              <a:rPr lang="en" sz="2000"/>
              <a:t>(Secure Document Sharing)</a:t>
            </a:r>
            <a:endParaRPr sz="2000"/>
          </a:p>
        </p:txBody>
      </p:sp>
      <p:sp>
        <p:nvSpPr>
          <p:cNvPr id="470" name="Google Shape;470;p55"/>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Anton Hoffman - Will Casey</a:t>
            </a:r>
            <a:endParaRPr/>
          </a:p>
          <a:p>
            <a:pPr indent="0" lvl="0" marL="0" rtl="0" algn="ctr">
              <a:spcBef>
                <a:spcPts val="0"/>
              </a:spcBef>
              <a:spcAft>
                <a:spcPts val="0"/>
              </a:spcAft>
              <a:buNone/>
            </a:pPr>
            <a:r>
              <a:rPr lang="en"/>
              <a:t>20 April 2026</a:t>
            </a:r>
            <a:endParaRPr/>
          </a:p>
        </p:txBody>
      </p:sp>
      <p:sp>
        <p:nvSpPr>
          <p:cNvPr id="471" name="Google Shape;471;p55"/>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Briefly describe the contents of the presentation or</a:t>
            </a:r>
            <a:endParaRPr/>
          </a:p>
          <a:p>
            <a:pPr indent="0" lvl="0" marL="0" rtl="0" algn="ctr">
              <a:spcBef>
                <a:spcPts val="0"/>
              </a:spcBef>
              <a:spcAft>
                <a:spcPts val="0"/>
              </a:spcAft>
              <a:buNone/>
            </a:pPr>
            <a:r>
              <a:rPr lang="en"/>
              <a:t>the purpose of the meeting. Tell your audience</a:t>
            </a:r>
            <a:endParaRPr/>
          </a:p>
          <a:p>
            <a:pPr indent="0" lvl="0" marL="0" rtl="0" algn="ctr">
              <a:spcBef>
                <a:spcPts val="0"/>
              </a:spcBef>
              <a:spcAft>
                <a:spcPts val="0"/>
              </a:spcAft>
              <a:buNone/>
            </a:pPr>
            <a:r>
              <a:rPr lang="en"/>
              <a:t>what to expect.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6"/>
          <p:cNvSpPr txBox="1"/>
          <p:nvPr>
            <p:ph type="title"/>
          </p:nvPr>
        </p:nvSpPr>
        <p:spPr>
          <a:xfrm>
            <a:off x="363825" y="369300"/>
            <a:ext cx="38601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800"/>
              <a:t>Project Overview</a:t>
            </a:r>
            <a:endParaRPr sz="3800"/>
          </a:p>
        </p:txBody>
      </p:sp>
      <p:sp>
        <p:nvSpPr>
          <p:cNvPr id="477" name="Google Shape;477;p56"/>
          <p:cNvSpPr txBox="1"/>
          <p:nvPr>
            <p:ph idx="3" type="body"/>
          </p:nvPr>
        </p:nvSpPr>
        <p:spPr>
          <a:xfrm>
            <a:off x="224950" y="1362550"/>
            <a:ext cx="3343800" cy="3341700"/>
          </a:xfrm>
          <a:prstGeom prst="rect">
            <a:avLst/>
          </a:prstGeom>
        </p:spPr>
        <p:txBody>
          <a:bodyPr anchorCtr="0" anchor="b" bIns="91425" lIns="91425" spcFirstLastPara="1" rIns="91425" wrap="square" tIns="91425">
            <a:noAutofit/>
          </a:bodyPr>
          <a:lstStyle/>
          <a:p>
            <a:pPr indent="0" lvl="0" marL="0" rtl="0" algn="l">
              <a:spcBef>
                <a:spcPts val="1200"/>
              </a:spcBef>
              <a:spcAft>
                <a:spcPts val="0"/>
              </a:spcAft>
              <a:buNone/>
            </a:pPr>
            <a:r>
              <a:rPr lang="en" sz="1100" u="sng">
                <a:latin typeface="Newsreader"/>
                <a:ea typeface="Newsreader"/>
                <a:cs typeface="Newsreader"/>
                <a:sym typeface="Newsreader"/>
              </a:rPr>
              <a:t>W</a:t>
            </a:r>
            <a:r>
              <a:rPr lang="en" sz="1100" u="sng">
                <a:latin typeface="Newsreader"/>
                <a:ea typeface="Newsreader"/>
                <a:cs typeface="Newsreader"/>
                <a:sym typeface="Newsreader"/>
              </a:rPr>
              <a:t>hat We Built:</a:t>
            </a:r>
            <a:endParaRPr sz="1100" u="sng">
              <a:latin typeface="Newsreader"/>
              <a:ea typeface="Newsreader"/>
              <a:cs typeface="Newsreader"/>
              <a:sym typeface="Newsreader"/>
            </a:endParaRPr>
          </a:p>
          <a:p>
            <a:pPr indent="0" lvl="0" marL="0" rtl="0" algn="l">
              <a:spcBef>
                <a:spcPts val="1200"/>
              </a:spcBef>
              <a:spcAft>
                <a:spcPts val="0"/>
              </a:spcAft>
              <a:buNone/>
            </a:pPr>
            <a:r>
              <a:rPr lang="en" sz="1100">
                <a:latin typeface="Newsreader"/>
                <a:ea typeface="Newsreader"/>
                <a:cs typeface="Newsreader"/>
                <a:sym typeface="Newsreader"/>
              </a:rPr>
              <a:t>HC Box is a secure, browser-based document sharing platform built with Python and Flask. </a:t>
            </a:r>
            <a:br>
              <a:rPr lang="en" sz="1100">
                <a:latin typeface="Newsreader"/>
                <a:ea typeface="Newsreader"/>
                <a:cs typeface="Newsreader"/>
                <a:sym typeface="Newsreader"/>
              </a:rPr>
            </a:br>
            <a:br>
              <a:rPr lang="en" sz="1100">
                <a:latin typeface="Newsreader"/>
                <a:ea typeface="Newsreader"/>
                <a:cs typeface="Newsreader"/>
                <a:sym typeface="Newsreader"/>
              </a:rPr>
            </a:br>
            <a:r>
              <a:rPr lang="en" sz="1100">
                <a:latin typeface="Newsreader"/>
                <a:ea typeface="Newsreader"/>
                <a:cs typeface="Newsreader"/>
                <a:sym typeface="Newsreader"/>
              </a:rPr>
              <a:t>Users can </a:t>
            </a:r>
            <a:r>
              <a:rPr lang="en" sz="1100" u="sng">
                <a:latin typeface="Newsreader"/>
                <a:ea typeface="Newsreader"/>
                <a:cs typeface="Newsreader"/>
                <a:sym typeface="Newsreader"/>
              </a:rPr>
              <a:t>register accounts, upload confidential files, and share them with others</a:t>
            </a:r>
            <a:r>
              <a:rPr lang="en" sz="1100">
                <a:latin typeface="Newsreader"/>
                <a:ea typeface="Newsreader"/>
                <a:cs typeface="Newsreader"/>
                <a:sym typeface="Newsreader"/>
              </a:rPr>
              <a:t>,  all with encryption at rest and strict access controls enforced on every request.</a:t>
            </a:r>
            <a:br>
              <a:rPr lang="en" sz="1100">
                <a:latin typeface="Newsreader"/>
                <a:ea typeface="Newsreader"/>
                <a:cs typeface="Newsreader"/>
                <a:sym typeface="Newsreader"/>
              </a:rPr>
            </a:br>
            <a:br>
              <a:rPr lang="en" sz="1100">
                <a:latin typeface="Newsreader"/>
                <a:ea typeface="Newsreader"/>
                <a:cs typeface="Newsreader"/>
                <a:sym typeface="Newsreader"/>
              </a:rPr>
            </a:br>
            <a:r>
              <a:rPr lang="en" sz="1100">
                <a:latin typeface="Newsreader"/>
                <a:ea typeface="Newsreader"/>
                <a:cs typeface="Newsreader"/>
                <a:sym typeface="Newsreader"/>
              </a:rPr>
              <a:t>The system stores no passwords in plaintext and requires no external database, using structured JSON files for persistence and Fernet symmetric encryption for stored documents.</a:t>
            </a:r>
            <a:endParaRPr sz="1100">
              <a:latin typeface="Newsreader"/>
              <a:ea typeface="Newsreader"/>
              <a:cs typeface="Newsreader"/>
              <a:sym typeface="Newsreader"/>
            </a:endParaRPr>
          </a:p>
          <a:p>
            <a:pPr indent="0" lvl="0" marL="0" rtl="0" algn="ctr">
              <a:spcBef>
                <a:spcPts val="1200"/>
              </a:spcBef>
              <a:spcAft>
                <a:spcPts val="800"/>
              </a:spcAft>
              <a:buNone/>
            </a:pPr>
            <a:r>
              <a:t/>
            </a:r>
            <a:endParaRPr/>
          </a:p>
        </p:txBody>
      </p:sp>
      <p:pic>
        <p:nvPicPr>
          <p:cNvPr id="478" name="Google Shape;478;p56"/>
          <p:cNvPicPr preferRelativeResize="0"/>
          <p:nvPr/>
        </p:nvPicPr>
        <p:blipFill>
          <a:blip r:embed="rId3">
            <a:alphaModFix/>
          </a:blip>
          <a:stretch>
            <a:fillRect/>
          </a:stretch>
        </p:blipFill>
        <p:spPr>
          <a:xfrm>
            <a:off x="4286350" y="1362550"/>
            <a:ext cx="4719101" cy="3233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7"/>
          <p:cNvSpPr txBox="1"/>
          <p:nvPr>
            <p:ph type="title"/>
          </p:nvPr>
        </p:nvSpPr>
        <p:spPr>
          <a:xfrm>
            <a:off x="361975" y="923525"/>
            <a:ext cx="52848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100"/>
              <a:t>Security Architecture</a:t>
            </a:r>
            <a:endParaRPr sz="3100"/>
          </a:p>
        </p:txBody>
      </p:sp>
      <p:sp>
        <p:nvSpPr>
          <p:cNvPr id="484" name="Google Shape;484;p57"/>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485" name="Google Shape;485;p57"/>
          <p:cNvSpPr txBox="1"/>
          <p:nvPr/>
        </p:nvSpPr>
        <p:spPr>
          <a:xfrm>
            <a:off x="687275" y="1577350"/>
            <a:ext cx="7607100" cy="29013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 sz="1250">
                <a:solidFill>
                  <a:schemeClr val="dk1"/>
                </a:solidFill>
                <a:latin typeface="Courier New"/>
                <a:ea typeface="Courier New"/>
                <a:cs typeface="Courier New"/>
                <a:sym typeface="Courier New"/>
              </a:rPr>
              <a:t>HC Box is built around a layered security model where every layer independently enforces controls, so a failure in one layer does not compromise the entire system.</a:t>
            </a:r>
            <a:br>
              <a:rPr lang="en" sz="1250">
                <a:solidFill>
                  <a:schemeClr val="dk1"/>
                </a:solidFill>
                <a:latin typeface="Courier New"/>
                <a:ea typeface="Courier New"/>
                <a:cs typeface="Courier New"/>
                <a:sym typeface="Courier New"/>
              </a:rPr>
            </a:br>
            <a:br>
              <a:rPr lang="en" sz="1250">
                <a:solidFill>
                  <a:schemeClr val="dk1"/>
                </a:solidFill>
                <a:latin typeface="Courier New"/>
                <a:ea typeface="Courier New"/>
                <a:cs typeface="Courier New"/>
                <a:sym typeface="Courier New"/>
              </a:rPr>
            </a:br>
            <a:br>
              <a:rPr lang="en" sz="1250">
                <a:solidFill>
                  <a:schemeClr val="dk1"/>
                </a:solidFill>
                <a:latin typeface="Courier New"/>
                <a:ea typeface="Courier New"/>
                <a:cs typeface="Courier New"/>
                <a:sym typeface="Courier New"/>
              </a:rPr>
            </a:br>
            <a:endParaRPr sz="1250">
              <a:solidFill>
                <a:schemeClr val="dk1"/>
              </a:solidFill>
              <a:latin typeface="Courier New"/>
              <a:ea typeface="Courier New"/>
              <a:cs typeface="Courier New"/>
              <a:sym typeface="Courier New"/>
            </a:endParaRPr>
          </a:p>
          <a:p>
            <a:pPr indent="-307975" lvl="0" marL="457200" rtl="0" algn="l">
              <a:spcBef>
                <a:spcPts val="0"/>
              </a:spcBef>
              <a:spcAft>
                <a:spcPts val="0"/>
              </a:spcAft>
              <a:buClr>
                <a:schemeClr val="dk1"/>
              </a:buClr>
              <a:buSzPts val="1250"/>
              <a:buFont typeface="Courier New"/>
              <a:buChar char="●"/>
            </a:pPr>
            <a:r>
              <a:rPr b="1" lang="en" sz="1250" u="sng">
                <a:solidFill>
                  <a:schemeClr val="dk1"/>
                </a:solidFill>
                <a:latin typeface="Courier New"/>
                <a:ea typeface="Courier New"/>
                <a:cs typeface="Courier New"/>
                <a:sym typeface="Courier New"/>
              </a:rPr>
              <a:t>Transport</a:t>
            </a:r>
            <a:r>
              <a:rPr lang="en" sz="1250" u="sng">
                <a:solidFill>
                  <a:schemeClr val="dk1"/>
                </a:solidFill>
                <a:latin typeface="Courier New"/>
                <a:ea typeface="Courier New"/>
                <a:cs typeface="Courier New"/>
                <a:sym typeface="Courier New"/>
              </a:rPr>
              <a:t>:</a:t>
            </a:r>
            <a:r>
              <a:rPr lang="en" sz="1250">
                <a:solidFill>
                  <a:schemeClr val="dk1"/>
                </a:solidFill>
                <a:latin typeface="Courier New"/>
                <a:ea typeface="Courier New"/>
                <a:cs typeface="Courier New"/>
                <a:sym typeface="Courier New"/>
              </a:rPr>
              <a:t> HTTPS enforced. Secure, HttpOnly, SameSite=Strict cookies. HSTS header with 1-year max-age and includeSubDomains.</a:t>
            </a:r>
            <a:br>
              <a:rPr lang="en" sz="1250">
                <a:solidFill>
                  <a:schemeClr val="dk1"/>
                </a:solidFill>
                <a:latin typeface="Courier New"/>
                <a:ea typeface="Courier New"/>
                <a:cs typeface="Courier New"/>
                <a:sym typeface="Courier New"/>
              </a:rPr>
            </a:br>
            <a:br>
              <a:rPr lang="en" sz="1250">
                <a:solidFill>
                  <a:schemeClr val="dk1"/>
                </a:solidFill>
                <a:latin typeface="Courier New"/>
                <a:ea typeface="Courier New"/>
                <a:cs typeface="Courier New"/>
                <a:sym typeface="Courier New"/>
              </a:rPr>
            </a:br>
            <a:endParaRPr sz="1250">
              <a:solidFill>
                <a:schemeClr val="dk1"/>
              </a:solidFill>
              <a:latin typeface="Courier New"/>
              <a:ea typeface="Courier New"/>
              <a:cs typeface="Courier New"/>
              <a:sym typeface="Courier New"/>
            </a:endParaRPr>
          </a:p>
          <a:p>
            <a:pPr indent="-307975" lvl="0" marL="457200" rtl="0" algn="l">
              <a:spcBef>
                <a:spcPts val="0"/>
              </a:spcBef>
              <a:spcAft>
                <a:spcPts val="0"/>
              </a:spcAft>
              <a:buClr>
                <a:schemeClr val="dk1"/>
              </a:buClr>
              <a:buSzPts val="1250"/>
              <a:buFont typeface="Courier New"/>
              <a:buChar char="●"/>
            </a:pPr>
            <a:r>
              <a:rPr b="1" lang="en" sz="1250" u="sng">
                <a:solidFill>
                  <a:schemeClr val="dk1"/>
                </a:solidFill>
                <a:latin typeface="Courier New"/>
                <a:ea typeface="Courier New"/>
                <a:cs typeface="Courier New"/>
                <a:sym typeface="Courier New"/>
              </a:rPr>
              <a:t>Authentication</a:t>
            </a:r>
            <a:r>
              <a:rPr lang="en" sz="1250" u="sng">
                <a:solidFill>
                  <a:schemeClr val="dk1"/>
                </a:solidFill>
                <a:latin typeface="Courier New"/>
                <a:ea typeface="Courier New"/>
                <a:cs typeface="Courier New"/>
                <a:sym typeface="Courier New"/>
              </a:rPr>
              <a:t>:</a:t>
            </a:r>
            <a:r>
              <a:rPr lang="en" sz="1250">
                <a:solidFill>
                  <a:schemeClr val="dk1"/>
                </a:solidFill>
                <a:latin typeface="Courier New"/>
                <a:ea typeface="Courier New"/>
                <a:cs typeface="Courier New"/>
                <a:sym typeface="Courier New"/>
              </a:rPr>
              <a:t> bcrypt with cost factor 12. Rate limiting at 10 attempts per IP per minute. Account lockout after 5 failures. Session tokens via secrets.token_urlsafe(32) with 30-minute timeout.</a:t>
            </a:r>
            <a:endParaRPr sz="12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endParaRPr>
          </a:p>
        </p:txBody>
      </p:sp>
      <p:cxnSp>
        <p:nvCxnSpPr>
          <p:cNvPr id="486" name="Google Shape;486;p57"/>
          <p:cNvCxnSpPr/>
          <p:nvPr/>
        </p:nvCxnSpPr>
        <p:spPr>
          <a:xfrm>
            <a:off x="1225475" y="2326725"/>
            <a:ext cx="69012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8"/>
          <p:cNvSpPr txBox="1"/>
          <p:nvPr>
            <p:ph type="title"/>
          </p:nvPr>
        </p:nvSpPr>
        <p:spPr>
          <a:xfrm>
            <a:off x="361975" y="923525"/>
            <a:ext cx="52848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100"/>
              <a:t>Security Architecture cont...</a:t>
            </a:r>
            <a:endParaRPr sz="3100"/>
          </a:p>
        </p:txBody>
      </p:sp>
      <p:sp>
        <p:nvSpPr>
          <p:cNvPr id="492" name="Google Shape;492;p58"/>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493" name="Google Shape;493;p58"/>
          <p:cNvSpPr txBox="1"/>
          <p:nvPr/>
        </p:nvSpPr>
        <p:spPr>
          <a:xfrm>
            <a:off x="721500" y="1801825"/>
            <a:ext cx="7607100" cy="19857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1"/>
              </a:buClr>
              <a:buSzPts val="1300"/>
              <a:buFont typeface="Courier New"/>
              <a:buChar char="●"/>
            </a:pPr>
            <a:r>
              <a:rPr b="1" lang="en" sz="1300" u="sng">
                <a:solidFill>
                  <a:schemeClr val="dk1"/>
                </a:solidFill>
                <a:latin typeface="Newsreader"/>
                <a:ea typeface="Newsreader"/>
                <a:cs typeface="Newsreader"/>
                <a:sym typeface="Newsreader"/>
              </a:rPr>
              <a:t>Authorization</a:t>
            </a:r>
            <a:r>
              <a:rPr lang="en" sz="1300" u="sng">
                <a:solidFill>
                  <a:schemeClr val="dk1"/>
                </a:solidFill>
                <a:latin typeface="Newsreader"/>
                <a:ea typeface="Newsreader"/>
                <a:cs typeface="Newsreader"/>
                <a:sym typeface="Newsreader"/>
              </a:rPr>
              <a:t>:</a:t>
            </a:r>
            <a:r>
              <a:rPr lang="en" sz="1300">
                <a:solidFill>
                  <a:schemeClr val="dk1"/>
                </a:solidFill>
                <a:latin typeface="Newsreader"/>
                <a:ea typeface="Newsreader"/>
                <a:cs typeface="Newsreader"/>
                <a:sym typeface="Newsreader"/>
              </a:rPr>
              <a:t> RBAC with three roles. Every route decorated with @require_auth and @require_permission. Admins can view all; Users manage their own; Guests view shared only.</a:t>
            </a:r>
            <a:br>
              <a:rPr lang="en" sz="1300">
                <a:solidFill>
                  <a:schemeClr val="dk1"/>
                </a:solidFill>
                <a:latin typeface="Newsreader"/>
                <a:ea typeface="Newsreader"/>
                <a:cs typeface="Newsreader"/>
                <a:sym typeface="Newsreader"/>
              </a:rPr>
            </a:br>
            <a:endParaRPr sz="1300">
              <a:solidFill>
                <a:schemeClr val="dk1"/>
              </a:solidFill>
              <a:latin typeface="Newsreader"/>
              <a:ea typeface="Newsreader"/>
              <a:cs typeface="Newsreader"/>
              <a:sym typeface="Newsreader"/>
            </a:endParaRPr>
          </a:p>
          <a:p>
            <a:pPr indent="-311150" lvl="0" marL="457200" rtl="0" algn="l">
              <a:spcBef>
                <a:spcPts val="0"/>
              </a:spcBef>
              <a:spcAft>
                <a:spcPts val="0"/>
              </a:spcAft>
              <a:buClr>
                <a:schemeClr val="dk1"/>
              </a:buClr>
              <a:buSzPts val="1300"/>
              <a:buFont typeface="Courier New"/>
              <a:buChar char="●"/>
            </a:pPr>
            <a:r>
              <a:rPr b="1" lang="en" sz="1300" u="sng">
                <a:solidFill>
                  <a:schemeClr val="dk1"/>
                </a:solidFill>
                <a:latin typeface="Newsreader"/>
                <a:ea typeface="Newsreader"/>
                <a:cs typeface="Newsreader"/>
                <a:sym typeface="Newsreader"/>
              </a:rPr>
              <a:t>Encryption</a:t>
            </a:r>
            <a:r>
              <a:rPr lang="en" sz="1300" u="sng">
                <a:solidFill>
                  <a:schemeClr val="dk1"/>
                </a:solidFill>
                <a:latin typeface="Newsreader"/>
                <a:ea typeface="Newsreader"/>
                <a:cs typeface="Newsreader"/>
                <a:sym typeface="Newsreader"/>
              </a:rPr>
              <a:t>:</a:t>
            </a:r>
            <a:r>
              <a:rPr lang="en" sz="1300">
                <a:solidFill>
                  <a:schemeClr val="dk1"/>
                </a:solidFill>
                <a:latin typeface="Newsreader"/>
                <a:ea typeface="Newsreader"/>
                <a:cs typeface="Newsreader"/>
                <a:sym typeface="Newsreader"/>
              </a:rPr>
              <a:t> Fernet symmetric encryption on all stored files. Key stored in data/secret.key (git-ignored). Files overwritten with random bytes before deletion.</a:t>
            </a:r>
            <a:br>
              <a:rPr lang="en" sz="1300">
                <a:solidFill>
                  <a:schemeClr val="dk1"/>
                </a:solidFill>
                <a:latin typeface="Newsreader"/>
                <a:ea typeface="Newsreader"/>
                <a:cs typeface="Newsreader"/>
                <a:sym typeface="Newsreader"/>
              </a:rPr>
            </a:br>
            <a:endParaRPr sz="1300">
              <a:solidFill>
                <a:schemeClr val="dk1"/>
              </a:solidFill>
              <a:latin typeface="Newsreader"/>
              <a:ea typeface="Newsreader"/>
              <a:cs typeface="Newsreader"/>
              <a:sym typeface="Newsreader"/>
            </a:endParaRPr>
          </a:p>
          <a:p>
            <a:pPr indent="-311150" lvl="0" marL="457200" rtl="0" algn="l">
              <a:spcBef>
                <a:spcPts val="0"/>
              </a:spcBef>
              <a:spcAft>
                <a:spcPts val="0"/>
              </a:spcAft>
              <a:buClr>
                <a:schemeClr val="dk1"/>
              </a:buClr>
              <a:buSzPts val="1300"/>
              <a:buChar char="●"/>
            </a:pPr>
            <a:r>
              <a:rPr b="1" lang="en" sz="1300" u="sng">
                <a:solidFill>
                  <a:schemeClr val="dk1"/>
                </a:solidFill>
                <a:latin typeface="Newsreader"/>
                <a:ea typeface="Newsreader"/>
                <a:cs typeface="Newsreader"/>
                <a:sym typeface="Newsreader"/>
              </a:rPr>
              <a:t>Headers &amp; CSP</a:t>
            </a:r>
            <a:r>
              <a:rPr lang="en" sz="1300" u="sng">
                <a:solidFill>
                  <a:schemeClr val="dk1"/>
                </a:solidFill>
                <a:latin typeface="Newsreader"/>
                <a:ea typeface="Newsreader"/>
                <a:cs typeface="Newsreader"/>
                <a:sym typeface="Newsreader"/>
              </a:rPr>
              <a:t>:</a:t>
            </a:r>
            <a:r>
              <a:rPr lang="en" sz="1300">
                <a:solidFill>
                  <a:schemeClr val="dk1"/>
                </a:solidFill>
                <a:latin typeface="Newsreader"/>
                <a:ea typeface="Newsreader"/>
                <a:cs typeface="Newsreader"/>
                <a:sym typeface="Newsreader"/>
              </a:rPr>
              <a:t> Content-Security-Policy blocks inline scripts. X-Frame-Options: DENY. X-Content-Type-Options: nosniff. Permissions-Policy disables camera, microphone, and geolocation. </a:t>
            </a:r>
            <a:endParaRPr sz="1300">
              <a:solidFill>
                <a:schemeClr val="dk1"/>
              </a:solidFill>
              <a:latin typeface="Newsreader"/>
              <a:ea typeface="Newsreader"/>
              <a:cs typeface="Newsreader"/>
              <a:sym typeface="Newsreader"/>
            </a:endParaRPr>
          </a:p>
        </p:txBody>
      </p:sp>
      <p:pic>
        <p:nvPicPr>
          <p:cNvPr id="494" name="Google Shape;494;p58"/>
          <p:cNvPicPr preferRelativeResize="0"/>
          <p:nvPr/>
        </p:nvPicPr>
        <p:blipFill>
          <a:blip r:embed="rId3">
            <a:alphaModFix/>
          </a:blip>
          <a:stretch>
            <a:fillRect/>
          </a:stretch>
        </p:blipFill>
        <p:spPr>
          <a:xfrm>
            <a:off x="5966701" y="369300"/>
            <a:ext cx="1484400" cy="1024950"/>
          </a:xfrm>
          <a:prstGeom prst="rect">
            <a:avLst/>
          </a:prstGeom>
          <a:noFill/>
          <a:ln>
            <a:noFill/>
          </a:ln>
        </p:spPr>
      </p:pic>
      <p:cxnSp>
        <p:nvCxnSpPr>
          <p:cNvPr id="495" name="Google Shape;495;p58"/>
          <p:cNvCxnSpPr/>
          <p:nvPr/>
        </p:nvCxnSpPr>
        <p:spPr>
          <a:xfrm>
            <a:off x="361975" y="1638000"/>
            <a:ext cx="74802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9"/>
          <p:cNvSpPr txBox="1"/>
          <p:nvPr>
            <p:ph type="title"/>
          </p:nvPr>
        </p:nvSpPr>
        <p:spPr>
          <a:xfrm>
            <a:off x="342150" y="478400"/>
            <a:ext cx="41631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Key Security Implementations</a:t>
            </a:r>
            <a:endParaRPr/>
          </a:p>
        </p:txBody>
      </p:sp>
      <p:sp>
        <p:nvSpPr>
          <p:cNvPr id="501" name="Google Shape;501;p59"/>
          <p:cNvSpPr txBox="1"/>
          <p:nvPr>
            <p:ph idx="3" type="body"/>
          </p:nvPr>
        </p:nvSpPr>
        <p:spPr>
          <a:xfrm>
            <a:off x="193650" y="1653900"/>
            <a:ext cx="7938000" cy="336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br>
              <a:rPr b="1" lang="en" sz="1050" u="sng">
                <a:latin typeface="Newsreader"/>
                <a:ea typeface="Newsreader"/>
                <a:cs typeface="Newsreader"/>
                <a:sym typeface="Newsreader"/>
              </a:rPr>
            </a:br>
            <a:br>
              <a:rPr b="1" lang="en" sz="1050" u="sng">
                <a:latin typeface="Newsreader"/>
                <a:ea typeface="Newsreader"/>
                <a:cs typeface="Newsreader"/>
                <a:sym typeface="Newsreader"/>
              </a:rPr>
            </a:br>
            <a:r>
              <a:rPr b="1" lang="en" sz="1050" u="sng">
                <a:latin typeface="Newsreader"/>
                <a:ea typeface="Newsreader"/>
                <a:cs typeface="Newsreader"/>
                <a:sym typeface="Newsreader"/>
              </a:rPr>
              <a:t>Password Hashing:</a:t>
            </a:r>
            <a:r>
              <a:rPr lang="en" sz="1050">
                <a:latin typeface="Newsreader"/>
                <a:ea typeface="Newsreader"/>
                <a:cs typeface="Newsreader"/>
                <a:sym typeface="Newsreader"/>
              </a:rPr>
              <a:t> All passwords are hashed with bcrypt at cost factor 12 before storage. Plaintext passwords are never written anywhere - not to logs, not to files, not to sessions. Verification uses a constant-time comparison to prevent timing attacks.</a:t>
            </a:r>
            <a:endParaRPr sz="1050">
              <a:latin typeface="Newsreader"/>
              <a:ea typeface="Newsreader"/>
              <a:cs typeface="Newsreader"/>
              <a:sym typeface="Newsreader"/>
            </a:endParaRPr>
          </a:p>
          <a:p>
            <a:pPr indent="0" lvl="0" marL="0" rtl="0" algn="l">
              <a:spcBef>
                <a:spcPts val="800"/>
              </a:spcBef>
              <a:spcAft>
                <a:spcPts val="0"/>
              </a:spcAft>
              <a:buNone/>
            </a:pPr>
            <a:r>
              <a:rPr b="1" lang="en" sz="1050" u="sng">
                <a:latin typeface="Newsreader"/>
                <a:ea typeface="Newsreader"/>
                <a:cs typeface="Newsreader"/>
                <a:sym typeface="Newsreader"/>
              </a:rPr>
              <a:t>Input Validation &amp; XSS Prevention:</a:t>
            </a:r>
            <a:r>
              <a:rPr lang="en" sz="1050">
                <a:latin typeface="Newsreader"/>
                <a:ea typeface="Newsreader"/>
                <a:cs typeface="Newsreader"/>
                <a:sym typeface="Newsreader"/>
              </a:rPr>
              <a:t> All user inputs are sanitized with html.escape() on entry and Jinja2 auto-escaping on output. Filenames are passed through secure_filename() and validated against an allowlist of extensions. Path traversal is blocked by checking that resolved paths stay within the upload directory.</a:t>
            </a:r>
            <a:endParaRPr sz="1050">
              <a:latin typeface="Newsreader"/>
              <a:ea typeface="Newsreader"/>
              <a:cs typeface="Newsreader"/>
              <a:sym typeface="Newsreader"/>
            </a:endParaRPr>
          </a:p>
          <a:p>
            <a:pPr indent="0" lvl="0" marL="0" rtl="0" algn="l">
              <a:spcBef>
                <a:spcPts val="800"/>
              </a:spcBef>
              <a:spcAft>
                <a:spcPts val="0"/>
              </a:spcAft>
              <a:buNone/>
            </a:pPr>
            <a:r>
              <a:rPr b="1" lang="en" sz="1050" u="sng">
                <a:latin typeface="Newsreader"/>
                <a:ea typeface="Newsreader"/>
                <a:cs typeface="Newsreader"/>
                <a:sym typeface="Newsreader"/>
              </a:rPr>
              <a:t>Session Management:</a:t>
            </a:r>
            <a:r>
              <a:rPr lang="en" sz="1050">
                <a:latin typeface="Newsreader"/>
                <a:ea typeface="Newsreader"/>
                <a:cs typeface="Newsreader"/>
                <a:sym typeface="Newsreader"/>
              </a:rPr>
              <a:t> Session tokens are 32-byte cryptographically random strings. Each token is stored server-side in sessions.json with the user ID, creation time, and last activity timestamp. Sessions expire after 30 minutes of inactivity and are immediately destroyed on logout.</a:t>
            </a:r>
            <a:endParaRPr sz="1050">
              <a:latin typeface="Newsreader"/>
              <a:ea typeface="Newsreader"/>
              <a:cs typeface="Newsreader"/>
              <a:sym typeface="Newsreader"/>
            </a:endParaRPr>
          </a:p>
          <a:p>
            <a:pPr indent="0" lvl="0" marL="0" rtl="0" algn="l">
              <a:spcBef>
                <a:spcPts val="800"/>
              </a:spcBef>
              <a:spcAft>
                <a:spcPts val="0"/>
              </a:spcAft>
              <a:buNone/>
            </a:pPr>
            <a:r>
              <a:rPr b="1" lang="en" sz="1050" u="sng">
                <a:latin typeface="Newsreader"/>
                <a:ea typeface="Newsreader"/>
                <a:cs typeface="Newsreader"/>
                <a:sym typeface="Newsreader"/>
              </a:rPr>
              <a:t>Audit Logging:</a:t>
            </a:r>
            <a:r>
              <a:rPr b="1" lang="en" sz="1050">
                <a:latin typeface="Newsreader"/>
                <a:ea typeface="Newsreader"/>
                <a:cs typeface="Newsreader"/>
                <a:sym typeface="Newsreader"/>
              </a:rPr>
              <a:t> </a:t>
            </a:r>
            <a:r>
              <a:rPr lang="en" sz="1050">
                <a:latin typeface="Newsreader"/>
                <a:ea typeface="Newsreader"/>
                <a:cs typeface="Newsreader"/>
                <a:sym typeface="Newsreader"/>
              </a:rPr>
              <a:t>Security-relevant events - login attempts, lockouts, file uploads, downloads, shares, deletes, access denials, and admin actions,  are written as a structured JSON entry to logs/security.log. Admins can review the last 200 events in real time through the audit log dashboard.</a:t>
            </a:r>
            <a:endParaRPr sz="1050">
              <a:latin typeface="Newsreader"/>
              <a:ea typeface="Newsreader"/>
              <a:cs typeface="Newsreader"/>
              <a:sym typeface="Newsreader"/>
            </a:endParaRPr>
          </a:p>
          <a:p>
            <a:pPr indent="0" lvl="0" marL="0" rtl="0" algn="l">
              <a:spcBef>
                <a:spcPts val="800"/>
              </a:spcBef>
              <a:spcAft>
                <a:spcPts val="0"/>
              </a:spcAft>
              <a:buNone/>
            </a:pPr>
            <a:r>
              <a:t/>
            </a:r>
            <a:endParaRPr sz="1100">
              <a:latin typeface="Newsreader"/>
              <a:ea typeface="Newsreader"/>
              <a:cs typeface="Newsreader"/>
              <a:sym typeface="Newsreader"/>
            </a:endParaRPr>
          </a:p>
          <a:p>
            <a:pPr indent="0" lvl="0" marL="0" rtl="0" algn="l">
              <a:spcBef>
                <a:spcPts val="800"/>
              </a:spcBef>
              <a:spcAft>
                <a:spcPts val="800"/>
              </a:spcAft>
              <a:buNone/>
            </a:pPr>
            <a:r>
              <a:t/>
            </a:r>
            <a:endParaRPr>
              <a:latin typeface="Newsreader Light"/>
              <a:ea typeface="Newsreader Light"/>
              <a:cs typeface="Newsreader Light"/>
              <a:sym typeface="Newsreader Light"/>
            </a:endParaRPr>
          </a:p>
        </p:txBody>
      </p:sp>
      <p:cxnSp>
        <p:nvCxnSpPr>
          <p:cNvPr id="502" name="Google Shape;502;p59"/>
          <p:cNvCxnSpPr/>
          <p:nvPr/>
        </p:nvCxnSpPr>
        <p:spPr>
          <a:xfrm>
            <a:off x="342150" y="1801500"/>
            <a:ext cx="74802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60"/>
          <p:cNvSpPr txBox="1"/>
          <p:nvPr>
            <p:ph type="title"/>
          </p:nvPr>
        </p:nvSpPr>
        <p:spPr>
          <a:xfrm>
            <a:off x="399750" y="369300"/>
            <a:ext cx="75909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Challenges and Lessons Learned</a:t>
            </a:r>
            <a:endParaRPr/>
          </a:p>
        </p:txBody>
      </p:sp>
      <p:sp>
        <p:nvSpPr>
          <p:cNvPr id="508" name="Google Shape;508;p60"/>
          <p:cNvSpPr txBox="1"/>
          <p:nvPr>
            <p:ph idx="3" type="body"/>
          </p:nvPr>
        </p:nvSpPr>
        <p:spPr>
          <a:xfrm flipH="1">
            <a:off x="495525" y="1122350"/>
            <a:ext cx="4573800" cy="365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050" u="sng">
                <a:latin typeface="Newsreader"/>
                <a:ea typeface="Newsreader"/>
                <a:cs typeface="Newsreader"/>
                <a:sym typeface="Newsreader"/>
              </a:rPr>
              <a:t>Content Security Policy vs. Inline JavaScript:</a:t>
            </a:r>
            <a:r>
              <a:rPr lang="en" sz="1050">
                <a:latin typeface="Newsreader"/>
                <a:ea typeface="Newsreader"/>
                <a:cs typeface="Newsreader"/>
                <a:sym typeface="Newsreader"/>
              </a:rPr>
              <a:t> Our original dashboard used onclick= and onsubmit= attributes which worked in the browser but were silently blocked by our own CSP header. The fix required moving all event handling into external JS using data-* attributes and addEventListener </a:t>
            </a:r>
            <a:endParaRPr sz="1050">
              <a:latin typeface="Newsreader"/>
              <a:ea typeface="Newsreader"/>
              <a:cs typeface="Newsreader"/>
              <a:sym typeface="Newsreader"/>
            </a:endParaRPr>
          </a:p>
          <a:p>
            <a:pPr indent="0" lvl="0" marL="0" rtl="0" algn="l">
              <a:spcBef>
                <a:spcPts val="800"/>
              </a:spcBef>
              <a:spcAft>
                <a:spcPts val="0"/>
              </a:spcAft>
              <a:buNone/>
            </a:pPr>
            <a:r>
              <a:rPr b="1" lang="en" sz="1050" u="sng">
                <a:latin typeface="Newsreader"/>
                <a:ea typeface="Newsreader"/>
                <a:cs typeface="Newsreader"/>
                <a:sym typeface="Newsreader"/>
              </a:rPr>
              <a:t>Test Isolation with Shared State:</a:t>
            </a:r>
            <a:r>
              <a:rPr lang="en" sz="1050">
                <a:latin typeface="Newsreader"/>
                <a:ea typeface="Newsreader"/>
                <a:cs typeface="Newsreader"/>
                <a:sym typeface="Newsreader"/>
              </a:rPr>
              <a:t> Our test suite ran all tests from the same IP address, causing the rate limiter to block later tests after earlier ones exhausted the login attempt budget. We learned to reset shared mutable state, the rate limiter bucket and users.json </a:t>
            </a:r>
            <a:endParaRPr sz="1050">
              <a:latin typeface="Newsreader"/>
              <a:ea typeface="Newsreader"/>
              <a:cs typeface="Newsreader"/>
              <a:sym typeface="Newsreader"/>
            </a:endParaRPr>
          </a:p>
          <a:p>
            <a:pPr indent="0" lvl="0" marL="0" rtl="0" algn="l">
              <a:spcBef>
                <a:spcPts val="800"/>
              </a:spcBef>
              <a:spcAft>
                <a:spcPts val="0"/>
              </a:spcAft>
              <a:buNone/>
            </a:pPr>
            <a:r>
              <a:rPr b="1" lang="en" sz="1050" u="sng">
                <a:latin typeface="Newsreader"/>
                <a:ea typeface="Newsreader"/>
                <a:cs typeface="Newsreader"/>
                <a:sym typeface="Newsreader"/>
              </a:rPr>
              <a:t>Stale Object Bugs in Lockout Logic:</a:t>
            </a:r>
            <a:r>
              <a:rPr b="1" lang="en" sz="1050">
                <a:latin typeface="Newsreader"/>
                <a:ea typeface="Newsreader"/>
                <a:cs typeface="Newsreader"/>
                <a:sym typeface="Newsreader"/>
              </a:rPr>
              <a:t> </a:t>
            </a:r>
            <a:r>
              <a:rPr lang="en" sz="1050">
                <a:latin typeface="Newsreader"/>
                <a:ea typeface="Newsreader"/>
                <a:cs typeface="Newsreader"/>
                <a:sym typeface="Newsreader"/>
              </a:rPr>
              <a:t>After recording a failed login attempt, our lockout check used the original user object from before the write, so it never saw the updated locked_until value. The fix — re-fetching the user from disk after writing</a:t>
            </a:r>
            <a:endParaRPr sz="1050">
              <a:latin typeface="Newsreader"/>
              <a:ea typeface="Newsreader"/>
              <a:cs typeface="Newsreader"/>
              <a:sym typeface="Newsreader"/>
            </a:endParaRPr>
          </a:p>
          <a:p>
            <a:pPr indent="0" lvl="0" marL="0" rtl="0" algn="l">
              <a:spcBef>
                <a:spcPts val="800"/>
              </a:spcBef>
              <a:spcAft>
                <a:spcPts val="0"/>
              </a:spcAft>
              <a:buNone/>
            </a:pPr>
            <a:r>
              <a:t/>
            </a:r>
            <a:endParaRPr sz="1100">
              <a:latin typeface="Newsreader"/>
              <a:ea typeface="Newsreader"/>
              <a:cs typeface="Newsreader"/>
              <a:sym typeface="Newsreader"/>
            </a:endParaRPr>
          </a:p>
          <a:p>
            <a:pPr indent="0" lvl="0" marL="0" rtl="0" algn="l">
              <a:spcBef>
                <a:spcPts val="800"/>
              </a:spcBef>
              <a:spcAft>
                <a:spcPts val="800"/>
              </a:spcAft>
              <a:buNone/>
            </a:pPr>
            <a:r>
              <a:t/>
            </a:r>
            <a:endParaRPr>
              <a:latin typeface="Newsreader Light"/>
              <a:ea typeface="Newsreader Light"/>
              <a:cs typeface="Newsreader Light"/>
              <a:sym typeface="Newsreader Light"/>
            </a:endParaRPr>
          </a:p>
        </p:txBody>
      </p:sp>
      <p:pic>
        <p:nvPicPr>
          <p:cNvPr id="509" name="Google Shape;509;p60"/>
          <p:cNvPicPr preferRelativeResize="0"/>
          <p:nvPr/>
        </p:nvPicPr>
        <p:blipFill>
          <a:blip r:embed="rId3">
            <a:alphaModFix/>
          </a:blip>
          <a:stretch>
            <a:fillRect/>
          </a:stretch>
        </p:blipFill>
        <p:spPr>
          <a:xfrm>
            <a:off x="5333128" y="1767450"/>
            <a:ext cx="3676447" cy="2631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